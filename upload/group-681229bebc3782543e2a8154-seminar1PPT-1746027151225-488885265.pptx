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8"/>
  </p:notesMasterIdLst>
  <p:handoutMasterIdLst>
    <p:handoutMasterId r:id="rId19"/>
  </p:handoutMasterIdLst>
  <p:sldIdLst>
    <p:sldId id="350" r:id="rId5"/>
    <p:sldId id="375" r:id="rId6"/>
    <p:sldId id="374" r:id="rId7"/>
    <p:sldId id="365" r:id="rId8"/>
    <p:sldId id="366" r:id="rId9"/>
    <p:sldId id="367" r:id="rId10"/>
    <p:sldId id="352" r:id="rId11"/>
    <p:sldId id="377" r:id="rId12"/>
    <p:sldId id="372" r:id="rId13"/>
    <p:sldId id="373" r:id="rId14"/>
    <p:sldId id="376" r:id="rId15"/>
    <p:sldId id="371" r:id="rId16"/>
    <p:sldId id="33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3E000A-6DAF-4E97-A910-806AF8F50ACD}" v="725" dt="2024-01-24T06:22:52.525"/>
  </p1510:revLst>
</p1510:revInfo>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9" autoAdjust="0"/>
    <p:restoredTop sz="96327" autoAdjust="0"/>
  </p:normalViewPr>
  <p:slideViewPr>
    <p:cSldViewPr snapToGrid="0">
      <p:cViewPr varScale="1">
        <p:scale>
          <a:sx n="82" d="100"/>
          <a:sy n="82" d="100"/>
        </p:scale>
        <p:origin x="105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5" d="100"/>
          <a:sy n="65" d="100"/>
        </p:scale>
        <p:origin x="3082"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yal jadhav" userId="a1e439c47777b8da" providerId="LiveId" clId="{E93E000A-6DAF-4E97-A910-806AF8F50ACD}"/>
    <pc:docChg chg="undo custSel addSld delSld modSld sldOrd">
      <pc:chgData name="payal jadhav" userId="a1e439c47777b8da" providerId="LiveId" clId="{E93E000A-6DAF-4E97-A910-806AF8F50ACD}" dt="2024-01-24T06:22:52.525" v="3070" actId="20577"/>
      <pc:docMkLst>
        <pc:docMk/>
      </pc:docMkLst>
      <pc:sldChg chg="del">
        <pc:chgData name="payal jadhav" userId="a1e439c47777b8da" providerId="LiveId" clId="{E93E000A-6DAF-4E97-A910-806AF8F50ACD}" dt="2024-01-23T16:25:50.361" v="1881" actId="2696"/>
        <pc:sldMkLst>
          <pc:docMk/>
          <pc:sldMk cId="2852323896" sldId="293"/>
        </pc:sldMkLst>
      </pc:sldChg>
      <pc:sldChg chg="addSp delSp modSp mod">
        <pc:chgData name="payal jadhav" userId="a1e439c47777b8da" providerId="LiveId" clId="{E93E000A-6DAF-4E97-A910-806AF8F50ACD}" dt="2024-01-23T16:41:10.035" v="2113" actId="208"/>
        <pc:sldMkLst>
          <pc:docMk/>
          <pc:sldMk cId="2105465797" sldId="334"/>
        </pc:sldMkLst>
        <pc:spChg chg="del mod">
          <ac:chgData name="payal jadhav" userId="a1e439c47777b8da" providerId="LiveId" clId="{E93E000A-6DAF-4E97-A910-806AF8F50ACD}" dt="2024-01-23T16:38:09.229" v="2070" actId="478"/>
          <ac:spMkLst>
            <pc:docMk/>
            <pc:sldMk cId="2105465797" sldId="334"/>
            <ac:spMk id="2" creationId="{A8704A28-E62C-2E4A-A2A4-AD85CB6126A2}"/>
          </ac:spMkLst>
        </pc:spChg>
        <pc:spChg chg="add del mod">
          <ac:chgData name="payal jadhav" userId="a1e439c47777b8da" providerId="LiveId" clId="{E93E000A-6DAF-4E97-A910-806AF8F50ACD}" dt="2024-01-23T16:38:02.506" v="2060" actId="478"/>
          <ac:spMkLst>
            <pc:docMk/>
            <pc:sldMk cId="2105465797" sldId="334"/>
            <ac:spMk id="4" creationId="{9977CCB9-F26E-D9BF-F653-7F296EE6A1A2}"/>
          </ac:spMkLst>
        </pc:spChg>
        <pc:spChg chg="add mod">
          <ac:chgData name="payal jadhav" userId="a1e439c47777b8da" providerId="LiveId" clId="{E93E000A-6DAF-4E97-A910-806AF8F50ACD}" dt="2024-01-23T16:38:09.229" v="2070" actId="478"/>
          <ac:spMkLst>
            <pc:docMk/>
            <pc:sldMk cId="2105465797" sldId="334"/>
            <ac:spMk id="6" creationId="{35B3B4E1-57F4-06A9-0D10-58F5EACBA4BD}"/>
          </ac:spMkLst>
        </pc:spChg>
        <pc:spChg chg="add mod">
          <ac:chgData name="payal jadhav" userId="a1e439c47777b8da" providerId="LiveId" clId="{E93E000A-6DAF-4E97-A910-806AF8F50ACD}" dt="2024-01-23T16:41:10.035" v="2113" actId="208"/>
          <ac:spMkLst>
            <pc:docMk/>
            <pc:sldMk cId="2105465797" sldId="334"/>
            <ac:spMk id="7" creationId="{DF3F8DE7-BDE6-E191-DA4E-08AD69E0B38E}"/>
          </ac:spMkLst>
        </pc:spChg>
        <pc:picChg chg="del mod">
          <ac:chgData name="payal jadhav" userId="a1e439c47777b8da" providerId="LiveId" clId="{E93E000A-6DAF-4E97-A910-806AF8F50ACD}" dt="2024-01-23T16:37:38.100" v="2057" actId="478"/>
          <ac:picMkLst>
            <pc:docMk/>
            <pc:sldMk cId="2105465797" sldId="334"/>
            <ac:picMk id="20" creationId="{12F007AF-B3B3-4BBC-9990-D46E31738B7C}"/>
          </ac:picMkLst>
        </pc:picChg>
        <pc:picChg chg="add mod">
          <ac:chgData name="payal jadhav" userId="a1e439c47777b8da" providerId="LiveId" clId="{E93E000A-6DAF-4E97-A910-806AF8F50ACD}" dt="2024-01-23T16:38:58.329" v="2074"/>
          <ac:picMkLst>
            <pc:docMk/>
            <pc:sldMk cId="2105465797" sldId="334"/>
            <ac:picMk id="1026" creationId="{FD4A9F2A-9451-E1F2-329B-9F1BE26F24A2}"/>
          </ac:picMkLst>
        </pc:picChg>
      </pc:sldChg>
      <pc:sldChg chg="modSp del mod">
        <pc:chgData name="payal jadhav" userId="a1e439c47777b8da" providerId="LiveId" clId="{E93E000A-6DAF-4E97-A910-806AF8F50ACD}" dt="2024-01-23T13:53:05.154" v="1147" actId="47"/>
        <pc:sldMkLst>
          <pc:docMk/>
          <pc:sldMk cId="2336677316" sldId="343"/>
        </pc:sldMkLst>
        <pc:spChg chg="mod">
          <ac:chgData name="payal jadhav" userId="a1e439c47777b8da" providerId="LiveId" clId="{E93E000A-6DAF-4E97-A910-806AF8F50ACD}" dt="2024-01-23T10:43:05.848" v="2" actId="20577"/>
          <ac:spMkLst>
            <pc:docMk/>
            <pc:sldMk cId="2336677316" sldId="343"/>
            <ac:spMk id="9" creationId="{76767661-63CB-A645-82F2-3B860E338B67}"/>
          </ac:spMkLst>
        </pc:spChg>
        <pc:spChg chg="mod">
          <ac:chgData name="payal jadhav" userId="a1e439c47777b8da" providerId="LiveId" clId="{E93E000A-6DAF-4E97-A910-806AF8F50ACD}" dt="2024-01-23T10:42:57.216" v="1" actId="20577"/>
          <ac:spMkLst>
            <pc:docMk/>
            <pc:sldMk cId="2336677316" sldId="343"/>
            <ac:spMk id="11" creationId="{F0F25866-5DB1-334A-8037-692579FBDE39}"/>
          </ac:spMkLst>
        </pc:spChg>
      </pc:sldChg>
      <pc:sldChg chg="addSp modSp mod setBg">
        <pc:chgData name="payal jadhav" userId="a1e439c47777b8da" providerId="LiveId" clId="{E93E000A-6DAF-4E97-A910-806AF8F50ACD}" dt="2024-01-23T17:15:34.750" v="2161"/>
        <pc:sldMkLst>
          <pc:docMk/>
          <pc:sldMk cId="2960950710" sldId="350"/>
        </pc:sldMkLst>
        <pc:spChg chg="add mod">
          <ac:chgData name="payal jadhav" userId="a1e439c47777b8da" providerId="LiveId" clId="{E93E000A-6DAF-4E97-A910-806AF8F50ACD}" dt="2024-01-23T15:52:39.999" v="1519" actId="1076"/>
          <ac:spMkLst>
            <pc:docMk/>
            <pc:sldMk cId="2960950710" sldId="350"/>
            <ac:spMk id="3" creationId="{90ECEB86-AD11-7358-07C5-1C3E4442A100}"/>
          </ac:spMkLst>
        </pc:spChg>
        <pc:spChg chg="mod">
          <ac:chgData name="payal jadhav" userId="a1e439c47777b8da" providerId="LiveId" clId="{E93E000A-6DAF-4E97-A910-806AF8F50ACD}" dt="2024-01-23T16:09:59.454" v="1712" actId="207"/>
          <ac:spMkLst>
            <pc:docMk/>
            <pc:sldMk cId="2960950710" sldId="350"/>
            <ac:spMk id="8" creationId="{49DECE79-AD61-F5C2-DA33-395A70FEE87E}"/>
          </ac:spMkLst>
        </pc:spChg>
      </pc:sldChg>
      <pc:sldChg chg="delSp modSp mod">
        <pc:chgData name="payal jadhav" userId="a1e439c47777b8da" providerId="LiveId" clId="{E93E000A-6DAF-4E97-A910-806AF8F50ACD}" dt="2024-01-24T04:20:03.087" v="3052" actId="478"/>
        <pc:sldMkLst>
          <pc:docMk/>
          <pc:sldMk cId="289860937" sldId="352"/>
        </pc:sldMkLst>
        <pc:spChg chg="mod">
          <ac:chgData name="payal jadhav" userId="a1e439c47777b8da" providerId="LiveId" clId="{E93E000A-6DAF-4E97-A910-806AF8F50ACD}" dt="2024-01-23T13:11:03.745" v="856" actId="1076"/>
          <ac:spMkLst>
            <pc:docMk/>
            <pc:sldMk cId="289860937" sldId="352"/>
            <ac:spMk id="5" creationId="{6979C7D4-91CF-6443-91D5-65DC860B407D}"/>
          </ac:spMkLst>
        </pc:spChg>
        <pc:spChg chg="del">
          <ac:chgData name="payal jadhav" userId="a1e439c47777b8da" providerId="LiveId" clId="{E93E000A-6DAF-4E97-A910-806AF8F50ACD}" dt="2024-01-23T15:55:54.196" v="1707" actId="478"/>
          <ac:spMkLst>
            <pc:docMk/>
            <pc:sldMk cId="289860937" sldId="352"/>
            <ac:spMk id="8" creationId="{B32B0C1D-C221-7C47-B7D6-77E7BDB41749}"/>
          </ac:spMkLst>
        </pc:spChg>
        <pc:spChg chg="mod">
          <ac:chgData name="payal jadhav" userId="a1e439c47777b8da" providerId="LiveId" clId="{E93E000A-6DAF-4E97-A910-806AF8F50ACD}" dt="2024-01-23T13:11:12.318" v="857" actId="1076"/>
          <ac:spMkLst>
            <pc:docMk/>
            <pc:sldMk cId="289860937" sldId="352"/>
            <ac:spMk id="9" creationId="{38FB4732-AB07-C54D-AF44-F8ADB6D2B8B6}"/>
          </ac:spMkLst>
        </pc:spChg>
        <pc:spChg chg="del">
          <ac:chgData name="payal jadhav" userId="a1e439c47777b8da" providerId="LiveId" clId="{E93E000A-6DAF-4E97-A910-806AF8F50ACD}" dt="2024-01-23T15:55:56.731" v="1708" actId="478"/>
          <ac:spMkLst>
            <pc:docMk/>
            <pc:sldMk cId="289860937" sldId="352"/>
            <ac:spMk id="10" creationId="{69BD3932-D1D0-1045-BD96-8B26F11B8515}"/>
          </ac:spMkLst>
        </pc:spChg>
        <pc:spChg chg="mod">
          <ac:chgData name="payal jadhav" userId="a1e439c47777b8da" providerId="LiveId" clId="{E93E000A-6DAF-4E97-A910-806AF8F50ACD}" dt="2024-01-23T13:11:21.706" v="858" actId="1076"/>
          <ac:spMkLst>
            <pc:docMk/>
            <pc:sldMk cId="289860937" sldId="352"/>
            <ac:spMk id="11" creationId="{7F247A08-A350-EF44-9F10-FC72B5466602}"/>
          </ac:spMkLst>
        </pc:spChg>
        <pc:spChg chg="del">
          <ac:chgData name="payal jadhav" userId="a1e439c47777b8da" providerId="LiveId" clId="{E93E000A-6DAF-4E97-A910-806AF8F50ACD}" dt="2024-01-24T04:20:03.087" v="3052" actId="478"/>
          <ac:spMkLst>
            <pc:docMk/>
            <pc:sldMk cId="289860937" sldId="352"/>
            <ac:spMk id="14" creationId="{C0BAE34D-BF83-084B-A10C-EB85694B9ACF}"/>
          </ac:spMkLst>
        </pc:spChg>
        <pc:spChg chg="mod">
          <ac:chgData name="payal jadhav" userId="a1e439c47777b8da" providerId="LiveId" clId="{E93E000A-6DAF-4E97-A910-806AF8F50ACD}" dt="2024-01-23T13:10:26.609" v="853" actId="255"/>
          <ac:spMkLst>
            <pc:docMk/>
            <pc:sldMk cId="289860937" sldId="352"/>
            <ac:spMk id="16" creationId="{F0EDA425-4BFE-9CCE-41CE-E2C78F1DE082}"/>
          </ac:spMkLst>
        </pc:spChg>
        <pc:spChg chg="del">
          <ac:chgData name="payal jadhav" userId="a1e439c47777b8da" providerId="LiveId" clId="{E93E000A-6DAF-4E97-A910-806AF8F50ACD}" dt="2024-01-23T15:55:50.692" v="1706" actId="478"/>
          <ac:spMkLst>
            <pc:docMk/>
            <pc:sldMk cId="289860937" sldId="352"/>
            <ac:spMk id="18" creationId="{DBC66247-9CC8-01F6-2E02-23C4D71C7989}"/>
          </ac:spMkLst>
        </pc:spChg>
        <pc:spChg chg="mod">
          <ac:chgData name="payal jadhav" userId="a1e439c47777b8da" providerId="LiveId" clId="{E93E000A-6DAF-4E97-A910-806AF8F50ACD}" dt="2024-01-23T13:10:36.345" v="854" actId="255"/>
          <ac:spMkLst>
            <pc:docMk/>
            <pc:sldMk cId="289860937" sldId="352"/>
            <ac:spMk id="20" creationId="{4869B95C-039D-9AF4-0924-E15674B26F6A}"/>
          </ac:spMkLst>
        </pc:spChg>
        <pc:spChg chg="del">
          <ac:chgData name="payal jadhav" userId="a1e439c47777b8da" providerId="LiveId" clId="{E93E000A-6DAF-4E97-A910-806AF8F50ACD}" dt="2024-01-23T15:56:00.348" v="1709" actId="478"/>
          <ac:spMkLst>
            <pc:docMk/>
            <pc:sldMk cId="289860937" sldId="352"/>
            <ac:spMk id="22" creationId="{9FA78491-CD83-5B55-45B1-72E6C2E2BA29}"/>
          </ac:spMkLst>
        </pc:spChg>
      </pc:sldChg>
      <pc:sldChg chg="delSp modSp mod">
        <pc:chgData name="payal jadhav" userId="a1e439c47777b8da" providerId="LiveId" clId="{E93E000A-6DAF-4E97-A910-806AF8F50ACD}" dt="2024-01-24T04:19:44.874" v="3049" actId="478"/>
        <pc:sldMkLst>
          <pc:docMk/>
          <pc:sldMk cId="1526229804" sldId="365"/>
        </pc:sldMkLst>
        <pc:spChg chg="del">
          <ac:chgData name="payal jadhav" userId="a1e439c47777b8da" providerId="LiveId" clId="{E93E000A-6DAF-4E97-A910-806AF8F50ACD}" dt="2024-01-23T16:04:38.232" v="1710" actId="478"/>
          <ac:spMkLst>
            <pc:docMk/>
            <pc:sldMk cId="1526229804" sldId="365"/>
            <ac:spMk id="3" creationId="{0E2DE3E8-8A86-7213-714D-E5F7B505FBDF}"/>
          </ac:spMkLst>
        </pc:spChg>
        <pc:spChg chg="del">
          <ac:chgData name="payal jadhav" userId="a1e439c47777b8da" providerId="LiveId" clId="{E93E000A-6DAF-4E97-A910-806AF8F50ACD}" dt="2024-01-24T04:19:44.874" v="3049" actId="478"/>
          <ac:spMkLst>
            <pc:docMk/>
            <pc:sldMk cId="1526229804" sldId="365"/>
            <ac:spMk id="6" creationId="{66F3960A-D260-8445-A153-0B674474CEBD}"/>
          </ac:spMkLst>
        </pc:spChg>
        <pc:spChg chg="mod">
          <ac:chgData name="payal jadhav" userId="a1e439c47777b8da" providerId="LiveId" clId="{E93E000A-6DAF-4E97-A910-806AF8F50ACD}" dt="2024-01-23T16:25:02.554" v="1880" actId="1076"/>
          <ac:spMkLst>
            <pc:docMk/>
            <pc:sldMk cId="1526229804" sldId="365"/>
            <ac:spMk id="11" creationId="{CC44239B-7197-71B4-1A8B-5003C2311538}"/>
          </ac:spMkLst>
        </pc:spChg>
      </pc:sldChg>
      <pc:sldChg chg="delSp modSp mod">
        <pc:chgData name="payal jadhav" userId="a1e439c47777b8da" providerId="LiveId" clId="{E93E000A-6DAF-4E97-A910-806AF8F50ACD}" dt="2024-01-24T04:19:50.774" v="3050" actId="478"/>
        <pc:sldMkLst>
          <pc:docMk/>
          <pc:sldMk cId="2382770017" sldId="366"/>
        </pc:sldMkLst>
        <pc:spChg chg="mod">
          <ac:chgData name="payal jadhav" userId="a1e439c47777b8da" providerId="LiveId" clId="{E93E000A-6DAF-4E97-A910-806AF8F50ACD}" dt="2024-01-23T13:07:32.066" v="843" actId="1076"/>
          <ac:spMkLst>
            <pc:docMk/>
            <pc:sldMk cId="2382770017" sldId="366"/>
            <ac:spMk id="3" creationId="{6873C602-BA59-1744-B258-B489E00A3E14}"/>
          </ac:spMkLst>
        </pc:spChg>
        <pc:spChg chg="del">
          <ac:chgData name="payal jadhav" userId="a1e439c47777b8da" providerId="LiveId" clId="{E93E000A-6DAF-4E97-A910-806AF8F50ACD}" dt="2024-01-23T15:55:32.787" v="1703" actId="478"/>
          <ac:spMkLst>
            <pc:docMk/>
            <pc:sldMk cId="2382770017" sldId="366"/>
            <ac:spMk id="4" creationId="{86655189-E7B2-3A4A-99EE-997592791F7D}"/>
          </ac:spMkLst>
        </pc:spChg>
        <pc:spChg chg="mod">
          <ac:chgData name="payal jadhav" userId="a1e439c47777b8da" providerId="LiveId" clId="{E93E000A-6DAF-4E97-A910-806AF8F50ACD}" dt="2024-01-23T13:06:54.026" v="838" actId="255"/>
          <ac:spMkLst>
            <pc:docMk/>
            <pc:sldMk cId="2382770017" sldId="366"/>
            <ac:spMk id="5" creationId="{FA4FEC49-A0F0-FB4E-9A87-B2EF11364721}"/>
          </ac:spMkLst>
        </pc:spChg>
        <pc:spChg chg="del">
          <ac:chgData name="payal jadhav" userId="a1e439c47777b8da" providerId="LiveId" clId="{E93E000A-6DAF-4E97-A910-806AF8F50ACD}" dt="2024-01-23T15:55:41.158" v="1705" actId="478"/>
          <ac:spMkLst>
            <pc:docMk/>
            <pc:sldMk cId="2382770017" sldId="366"/>
            <ac:spMk id="6" creationId="{8D4284CF-DF13-E947-ADA5-0FD9AAC03C23}"/>
          </ac:spMkLst>
        </pc:spChg>
        <pc:spChg chg="mod">
          <ac:chgData name="payal jadhav" userId="a1e439c47777b8da" providerId="LiveId" clId="{E93E000A-6DAF-4E97-A910-806AF8F50ACD}" dt="2024-01-23T13:07:01.455" v="839" actId="1076"/>
          <ac:spMkLst>
            <pc:docMk/>
            <pc:sldMk cId="2382770017" sldId="366"/>
            <ac:spMk id="7" creationId="{4E355B93-F7B4-8649-8BBF-819B529D7EC7}"/>
          </ac:spMkLst>
        </pc:spChg>
        <pc:spChg chg="mod">
          <ac:chgData name="payal jadhav" userId="a1e439c47777b8da" providerId="LiveId" clId="{E93E000A-6DAF-4E97-A910-806AF8F50ACD}" dt="2024-01-23T13:07:14.204" v="841" actId="1076"/>
          <ac:spMkLst>
            <pc:docMk/>
            <pc:sldMk cId="2382770017" sldId="366"/>
            <ac:spMk id="8" creationId="{58554997-3B04-634C-A36E-69B03113315A}"/>
          </ac:spMkLst>
        </pc:spChg>
        <pc:spChg chg="mod">
          <ac:chgData name="payal jadhav" userId="a1e439c47777b8da" providerId="LiveId" clId="{E93E000A-6DAF-4E97-A910-806AF8F50ACD}" dt="2024-01-23T13:07:23.692" v="842" actId="255"/>
          <ac:spMkLst>
            <pc:docMk/>
            <pc:sldMk cId="2382770017" sldId="366"/>
            <ac:spMk id="9" creationId="{55F2A68F-70C1-7F46-9A1C-586701744F58}"/>
          </ac:spMkLst>
        </pc:spChg>
        <pc:spChg chg="del">
          <ac:chgData name="payal jadhav" userId="a1e439c47777b8da" providerId="LiveId" clId="{E93E000A-6DAF-4E97-A910-806AF8F50ACD}" dt="2024-01-24T04:19:50.774" v="3050" actId="478"/>
          <ac:spMkLst>
            <pc:docMk/>
            <pc:sldMk cId="2382770017" sldId="366"/>
            <ac:spMk id="12" creationId="{6F29C953-E914-EE4E-B001-1E1EAD7BFD8A}"/>
          </ac:spMkLst>
        </pc:spChg>
        <pc:spChg chg="del">
          <ac:chgData name="payal jadhav" userId="a1e439c47777b8da" providerId="LiveId" clId="{E93E000A-6DAF-4E97-A910-806AF8F50ACD}" dt="2024-01-23T15:55:37.286" v="1704" actId="478"/>
          <ac:spMkLst>
            <pc:docMk/>
            <pc:sldMk cId="2382770017" sldId="366"/>
            <ac:spMk id="14" creationId="{30A5A768-79F1-A118-527C-6EF4528DD6D8}"/>
          </ac:spMkLst>
        </pc:spChg>
      </pc:sldChg>
      <pc:sldChg chg="delSp modSp mod">
        <pc:chgData name="payal jadhav" userId="a1e439c47777b8da" providerId="LiveId" clId="{E93E000A-6DAF-4E97-A910-806AF8F50ACD}" dt="2024-01-24T04:19:57.247" v="3051" actId="478"/>
        <pc:sldMkLst>
          <pc:docMk/>
          <pc:sldMk cId="797756489" sldId="367"/>
        </pc:sldMkLst>
        <pc:spChg chg="mod">
          <ac:chgData name="payal jadhav" userId="a1e439c47777b8da" providerId="LiveId" clId="{E93E000A-6DAF-4E97-A910-806AF8F50ACD}" dt="2024-01-23T13:04:58.099" v="818" actId="1076"/>
          <ac:spMkLst>
            <pc:docMk/>
            <pc:sldMk cId="797756489" sldId="367"/>
            <ac:spMk id="3" creationId="{6873C602-BA59-1744-B258-B489E00A3E14}"/>
          </ac:spMkLst>
        </pc:spChg>
        <pc:spChg chg="mod">
          <ac:chgData name="payal jadhav" userId="a1e439c47777b8da" providerId="LiveId" clId="{E93E000A-6DAF-4E97-A910-806AF8F50ACD}" dt="2024-01-23T13:04:19.515" v="814" actId="255"/>
          <ac:spMkLst>
            <pc:docMk/>
            <pc:sldMk cId="797756489" sldId="367"/>
            <ac:spMk id="5" creationId="{FA4FEC49-A0F0-FB4E-9A87-B2EF11364721}"/>
          </ac:spMkLst>
        </pc:spChg>
        <pc:spChg chg="mod">
          <ac:chgData name="payal jadhav" userId="a1e439c47777b8da" providerId="LiveId" clId="{E93E000A-6DAF-4E97-A910-806AF8F50ACD}" dt="2024-01-23T13:05:19.231" v="820" actId="1076"/>
          <ac:spMkLst>
            <pc:docMk/>
            <pc:sldMk cId="797756489" sldId="367"/>
            <ac:spMk id="8" creationId="{58554997-3B04-634C-A36E-69B03113315A}"/>
          </ac:spMkLst>
        </pc:spChg>
        <pc:spChg chg="mod">
          <ac:chgData name="payal jadhav" userId="a1e439c47777b8da" providerId="LiveId" clId="{E93E000A-6DAF-4E97-A910-806AF8F50ACD}" dt="2024-01-23T13:04:41.380" v="816" actId="1076"/>
          <ac:spMkLst>
            <pc:docMk/>
            <pc:sldMk cId="797756489" sldId="367"/>
            <ac:spMk id="9" creationId="{55F2A68F-70C1-7F46-9A1C-586701744F58}"/>
          </ac:spMkLst>
        </pc:spChg>
        <pc:spChg chg="del">
          <ac:chgData name="payal jadhav" userId="a1e439c47777b8da" providerId="LiveId" clId="{E93E000A-6DAF-4E97-A910-806AF8F50ACD}" dt="2024-01-24T04:19:57.247" v="3051" actId="478"/>
          <ac:spMkLst>
            <pc:docMk/>
            <pc:sldMk cId="797756489" sldId="367"/>
            <ac:spMk id="12" creationId="{6F29C953-E914-EE4E-B001-1E1EAD7BFD8A}"/>
          </ac:spMkLst>
        </pc:spChg>
      </pc:sldChg>
      <pc:sldChg chg="addSp delSp modSp new del mod">
        <pc:chgData name="payal jadhav" userId="a1e439c47777b8da" providerId="LiveId" clId="{E93E000A-6DAF-4E97-A910-806AF8F50ACD}" dt="2024-01-23T16:05:29.219" v="1711" actId="2696"/>
        <pc:sldMkLst>
          <pc:docMk/>
          <pc:sldMk cId="913287137" sldId="368"/>
        </pc:sldMkLst>
        <pc:spChg chg="mod">
          <ac:chgData name="payal jadhav" userId="a1e439c47777b8da" providerId="LiveId" clId="{E93E000A-6DAF-4E97-A910-806AF8F50ACD}" dt="2024-01-23T13:54:10.385" v="1176" actId="113"/>
          <ac:spMkLst>
            <pc:docMk/>
            <pc:sldMk cId="913287137" sldId="368"/>
            <ac:spMk id="2" creationId="{303BDACF-67BA-12E6-A1BD-FC48515D5185}"/>
          </ac:spMkLst>
        </pc:spChg>
        <pc:spChg chg="del">
          <ac:chgData name="payal jadhav" userId="a1e439c47777b8da" providerId="LiveId" clId="{E93E000A-6DAF-4E97-A910-806AF8F50ACD}" dt="2024-01-23T13:12:52.741" v="860" actId="3680"/>
          <ac:spMkLst>
            <pc:docMk/>
            <pc:sldMk cId="913287137" sldId="368"/>
            <ac:spMk id="3" creationId="{37E5649D-8C45-2A02-1C4E-046A67287A6E}"/>
          </ac:spMkLst>
        </pc:spChg>
        <pc:spChg chg="add del mod">
          <ac:chgData name="payal jadhav" userId="a1e439c47777b8da" providerId="LiveId" clId="{E93E000A-6DAF-4E97-A910-806AF8F50ACD}" dt="2024-01-23T13:13:03.388" v="862" actId="478"/>
          <ac:spMkLst>
            <pc:docMk/>
            <pc:sldMk cId="913287137" sldId="368"/>
            <ac:spMk id="8" creationId="{F0250843-E18B-B565-D53B-AAB6E1E9BBE1}"/>
          </ac:spMkLst>
        </pc:spChg>
        <pc:spChg chg="add mod">
          <ac:chgData name="payal jadhav" userId="a1e439c47777b8da" providerId="LiveId" clId="{E93E000A-6DAF-4E97-A910-806AF8F50ACD}" dt="2024-01-23T13:40:40.645" v="1045" actId="1076"/>
          <ac:spMkLst>
            <pc:docMk/>
            <pc:sldMk cId="913287137" sldId="368"/>
            <ac:spMk id="9" creationId="{DA66D044-1AD2-F54E-BA50-B6AE58205A7D}"/>
          </ac:spMkLst>
        </pc:spChg>
        <pc:spChg chg="add del mod">
          <ac:chgData name="payal jadhav" userId="a1e439c47777b8da" providerId="LiveId" clId="{E93E000A-6DAF-4E97-A910-806AF8F50ACD}" dt="2024-01-23T13:15:25.986" v="893" actId="478"/>
          <ac:spMkLst>
            <pc:docMk/>
            <pc:sldMk cId="913287137" sldId="368"/>
            <ac:spMk id="11" creationId="{4B589344-02AF-EFE1-B92C-CB551BDB1BA5}"/>
          </ac:spMkLst>
        </pc:spChg>
        <pc:graphicFrameChg chg="add del mod ord modGraphic">
          <ac:chgData name="payal jadhav" userId="a1e439c47777b8da" providerId="LiveId" clId="{E93E000A-6DAF-4E97-A910-806AF8F50ACD}" dt="2024-01-23T13:12:56.547" v="861" actId="478"/>
          <ac:graphicFrameMkLst>
            <pc:docMk/>
            <pc:sldMk cId="913287137" sldId="368"/>
            <ac:graphicFrameMk id="6" creationId="{CC72E34B-2E32-55F6-F380-F94A2F6C024D}"/>
          </ac:graphicFrameMkLst>
        </pc:graphicFrameChg>
        <pc:graphicFrameChg chg="add mod modGraphic">
          <ac:chgData name="payal jadhav" userId="a1e439c47777b8da" providerId="LiveId" clId="{E93E000A-6DAF-4E97-A910-806AF8F50ACD}" dt="2024-01-23T13:45:58.587" v="1069" actId="2711"/>
          <ac:graphicFrameMkLst>
            <pc:docMk/>
            <pc:sldMk cId="913287137" sldId="368"/>
            <ac:graphicFrameMk id="12" creationId="{82F107D5-0C6D-8E01-F1DC-905E7BA48B35}"/>
          </ac:graphicFrameMkLst>
        </pc:graphicFrameChg>
      </pc:sldChg>
      <pc:sldChg chg="addSp delSp modSp del mod">
        <pc:chgData name="payal jadhav" userId="a1e439c47777b8da" providerId="LiveId" clId="{E93E000A-6DAF-4E97-A910-806AF8F50ACD}" dt="2024-01-24T04:20:15.287" v="3054" actId="2696"/>
        <pc:sldMkLst>
          <pc:docMk/>
          <pc:sldMk cId="2968726072" sldId="369"/>
        </pc:sldMkLst>
        <pc:spChg chg="del">
          <ac:chgData name="payal jadhav" userId="a1e439c47777b8da" providerId="LiveId" clId="{E93E000A-6DAF-4E97-A910-806AF8F50ACD}" dt="2024-01-23T13:47:11.878" v="1070" actId="478"/>
          <ac:spMkLst>
            <pc:docMk/>
            <pc:sldMk cId="2968726072" sldId="369"/>
            <ac:spMk id="3" creationId="{0E2DE3E8-8A86-7213-714D-E5F7B505FBDF}"/>
          </ac:spMkLst>
        </pc:spChg>
        <pc:spChg chg="add del mod">
          <ac:chgData name="payal jadhav" userId="a1e439c47777b8da" providerId="LiveId" clId="{E93E000A-6DAF-4E97-A910-806AF8F50ACD}" dt="2024-01-24T03:54:50.732" v="2328"/>
          <ac:spMkLst>
            <pc:docMk/>
            <pc:sldMk cId="2968726072" sldId="369"/>
            <ac:spMk id="3" creationId="{81B3653A-BE2C-C197-0016-938E2DC57F0C}"/>
          </ac:spMkLst>
        </pc:spChg>
        <pc:spChg chg="del">
          <ac:chgData name="payal jadhav" userId="a1e439c47777b8da" providerId="LiveId" clId="{E93E000A-6DAF-4E97-A910-806AF8F50ACD}" dt="2024-01-23T17:08:15.354" v="2147" actId="478"/>
          <ac:spMkLst>
            <pc:docMk/>
            <pc:sldMk cId="2968726072" sldId="369"/>
            <ac:spMk id="4" creationId="{D879D801-0056-C2CE-5A3E-2BEBC59F593B}"/>
          </ac:spMkLst>
        </pc:spChg>
        <pc:spChg chg="del">
          <ac:chgData name="payal jadhav" userId="a1e439c47777b8da" providerId="LiveId" clId="{E93E000A-6DAF-4E97-A910-806AF8F50ACD}" dt="2024-01-24T04:20:10.494" v="3053" actId="478"/>
          <ac:spMkLst>
            <pc:docMk/>
            <pc:sldMk cId="2968726072" sldId="369"/>
            <ac:spMk id="6" creationId="{66F3960A-D260-8445-A153-0B674474CEBD}"/>
          </ac:spMkLst>
        </pc:spChg>
        <pc:spChg chg="mod">
          <ac:chgData name="payal jadhav" userId="a1e439c47777b8da" providerId="LiveId" clId="{E93E000A-6DAF-4E97-A910-806AF8F50ACD}" dt="2024-01-23T13:59:22.588" v="1202" actId="2711"/>
          <ac:spMkLst>
            <pc:docMk/>
            <pc:sldMk cId="2968726072" sldId="369"/>
            <ac:spMk id="9" creationId="{0B06EEEB-3B0A-C5FF-0556-2418D262984D}"/>
          </ac:spMkLst>
        </pc:spChg>
        <pc:spChg chg="del mod">
          <ac:chgData name="payal jadhav" userId="a1e439c47777b8da" providerId="LiveId" clId="{E93E000A-6DAF-4E97-A910-806AF8F50ACD}" dt="2024-01-23T17:14:17.475" v="2153" actId="478"/>
          <ac:spMkLst>
            <pc:docMk/>
            <pc:sldMk cId="2968726072" sldId="369"/>
            <ac:spMk id="11" creationId="{CC44239B-7197-71B4-1A8B-5003C2311538}"/>
          </ac:spMkLst>
        </pc:spChg>
        <pc:graphicFrameChg chg="add del mod modGraphic">
          <ac:chgData name="payal jadhav" userId="a1e439c47777b8da" providerId="LiveId" clId="{E93E000A-6DAF-4E97-A910-806AF8F50ACD}" dt="2024-01-24T04:03:17.118" v="2619" actId="478"/>
          <ac:graphicFrameMkLst>
            <pc:docMk/>
            <pc:sldMk cId="2968726072" sldId="369"/>
            <ac:graphicFrameMk id="2" creationId="{AA1BE5BA-D167-9CC0-5023-75AC62E5F8E9}"/>
          </ac:graphicFrameMkLst>
        </pc:graphicFrameChg>
        <pc:graphicFrameChg chg="add del mod">
          <ac:chgData name="payal jadhav" userId="a1e439c47777b8da" providerId="LiveId" clId="{E93E000A-6DAF-4E97-A910-806AF8F50ACD}" dt="2024-01-24T04:03:22.014" v="2620" actId="478"/>
          <ac:graphicFrameMkLst>
            <pc:docMk/>
            <pc:sldMk cId="2968726072" sldId="369"/>
            <ac:graphicFrameMk id="4" creationId="{A755E4B1-3B7A-E3A1-3186-530C2995B32F}"/>
          </ac:graphicFrameMkLst>
        </pc:graphicFrameChg>
      </pc:sldChg>
      <pc:sldChg chg="delSp modSp del mod">
        <pc:chgData name="payal jadhav" userId="a1e439c47777b8da" providerId="LiveId" clId="{E93E000A-6DAF-4E97-A910-806AF8F50ACD}" dt="2024-01-23T14:17:07.799" v="1440" actId="47"/>
        <pc:sldMkLst>
          <pc:docMk/>
          <pc:sldMk cId="2508442642" sldId="370"/>
        </pc:sldMkLst>
        <pc:spChg chg="del">
          <ac:chgData name="payal jadhav" userId="a1e439c47777b8da" providerId="LiveId" clId="{E93E000A-6DAF-4E97-A910-806AF8F50ACD}" dt="2024-01-23T13:47:33.235" v="1071" actId="478"/>
          <ac:spMkLst>
            <pc:docMk/>
            <pc:sldMk cId="2508442642" sldId="370"/>
            <ac:spMk id="3" creationId="{0E2DE3E8-8A86-7213-714D-E5F7B505FBDF}"/>
          </ac:spMkLst>
        </pc:spChg>
        <pc:spChg chg="mod">
          <ac:chgData name="payal jadhav" userId="a1e439c47777b8da" providerId="LiveId" clId="{E93E000A-6DAF-4E97-A910-806AF8F50ACD}" dt="2024-01-23T14:01:16.232" v="1287" actId="1076"/>
          <ac:spMkLst>
            <pc:docMk/>
            <pc:sldMk cId="2508442642" sldId="370"/>
            <ac:spMk id="9" creationId="{0B06EEEB-3B0A-C5FF-0556-2418D262984D}"/>
          </ac:spMkLst>
        </pc:spChg>
        <pc:spChg chg="mod">
          <ac:chgData name="payal jadhav" userId="a1e439c47777b8da" providerId="LiveId" clId="{E93E000A-6DAF-4E97-A910-806AF8F50ACD}" dt="2024-01-23T13:59:30.682" v="1203" actId="20577"/>
          <ac:spMkLst>
            <pc:docMk/>
            <pc:sldMk cId="2508442642" sldId="370"/>
            <ac:spMk id="11" creationId="{CC44239B-7197-71B4-1A8B-5003C2311538}"/>
          </ac:spMkLst>
        </pc:spChg>
      </pc:sldChg>
      <pc:sldChg chg="delSp modSp new mod">
        <pc:chgData name="payal jadhav" userId="a1e439c47777b8da" providerId="LiveId" clId="{E93E000A-6DAF-4E97-A910-806AF8F50ACD}" dt="2024-01-24T04:20:37.052" v="3056" actId="478"/>
        <pc:sldMkLst>
          <pc:docMk/>
          <pc:sldMk cId="1730312685" sldId="371"/>
        </pc:sldMkLst>
        <pc:spChg chg="mod">
          <ac:chgData name="payal jadhav" userId="a1e439c47777b8da" providerId="LiveId" clId="{E93E000A-6DAF-4E97-A910-806AF8F50ACD}" dt="2024-01-23T13:49:07.758" v="1091" actId="1076"/>
          <ac:spMkLst>
            <pc:docMk/>
            <pc:sldMk cId="1730312685" sldId="371"/>
            <ac:spMk id="2" creationId="{E0DAF3A7-D812-1AC3-1D33-2D9914D1156B}"/>
          </ac:spMkLst>
        </pc:spChg>
        <pc:spChg chg="del">
          <ac:chgData name="payal jadhav" userId="a1e439c47777b8da" providerId="LiveId" clId="{E93E000A-6DAF-4E97-A910-806AF8F50ACD}" dt="2024-01-23T13:49:15.090" v="1092" actId="478"/>
          <ac:spMkLst>
            <pc:docMk/>
            <pc:sldMk cId="1730312685" sldId="371"/>
            <ac:spMk id="3" creationId="{E8C29758-6367-77CE-E6E0-A197B1253B6B}"/>
          </ac:spMkLst>
        </pc:spChg>
        <pc:spChg chg="del">
          <ac:chgData name="payal jadhav" userId="a1e439c47777b8da" providerId="LiveId" clId="{E93E000A-6DAF-4E97-A910-806AF8F50ACD}" dt="2024-01-23T13:49:17.610" v="1093" actId="478"/>
          <ac:spMkLst>
            <pc:docMk/>
            <pc:sldMk cId="1730312685" sldId="371"/>
            <ac:spMk id="4" creationId="{999716AE-A35F-8A5E-B752-A561DB34DE8B}"/>
          </ac:spMkLst>
        </pc:spChg>
        <pc:spChg chg="del">
          <ac:chgData name="payal jadhav" userId="a1e439c47777b8da" providerId="LiveId" clId="{E93E000A-6DAF-4E97-A910-806AF8F50ACD}" dt="2024-01-23T13:49:20.545" v="1094" actId="478"/>
          <ac:spMkLst>
            <pc:docMk/>
            <pc:sldMk cId="1730312685" sldId="371"/>
            <ac:spMk id="5" creationId="{96A56D49-3DA0-4FCF-158B-A74D96345430}"/>
          </ac:spMkLst>
        </pc:spChg>
        <pc:spChg chg="del">
          <ac:chgData name="payal jadhav" userId="a1e439c47777b8da" providerId="LiveId" clId="{E93E000A-6DAF-4E97-A910-806AF8F50ACD}" dt="2024-01-23T13:49:23.233" v="1095" actId="478"/>
          <ac:spMkLst>
            <pc:docMk/>
            <pc:sldMk cId="1730312685" sldId="371"/>
            <ac:spMk id="6" creationId="{E74B7479-BF49-7D06-C6E9-57D46DC45299}"/>
          </ac:spMkLst>
        </pc:spChg>
        <pc:spChg chg="del">
          <ac:chgData name="payal jadhav" userId="a1e439c47777b8da" providerId="LiveId" clId="{E93E000A-6DAF-4E97-A910-806AF8F50ACD}" dt="2024-01-23T13:49:28.698" v="1096" actId="478"/>
          <ac:spMkLst>
            <pc:docMk/>
            <pc:sldMk cId="1730312685" sldId="371"/>
            <ac:spMk id="7" creationId="{DB1B0FD2-AE2E-04F7-147F-A1476038C227}"/>
          </ac:spMkLst>
        </pc:spChg>
        <pc:spChg chg="del">
          <ac:chgData name="payal jadhav" userId="a1e439c47777b8da" providerId="LiveId" clId="{E93E000A-6DAF-4E97-A910-806AF8F50ACD}" dt="2024-01-23T13:49:32.212" v="1097" actId="478"/>
          <ac:spMkLst>
            <pc:docMk/>
            <pc:sldMk cId="1730312685" sldId="371"/>
            <ac:spMk id="8" creationId="{67B2007A-0854-34AC-3F81-1A00FCF929F6}"/>
          </ac:spMkLst>
        </pc:spChg>
        <pc:spChg chg="del">
          <ac:chgData name="payal jadhav" userId="a1e439c47777b8da" providerId="LiveId" clId="{E93E000A-6DAF-4E97-A910-806AF8F50ACD}" dt="2024-01-23T13:49:35.873" v="1098" actId="478"/>
          <ac:spMkLst>
            <pc:docMk/>
            <pc:sldMk cId="1730312685" sldId="371"/>
            <ac:spMk id="9" creationId="{E0CC601A-FF57-5614-9BD7-D1EBBB21097B}"/>
          </ac:spMkLst>
        </pc:spChg>
        <pc:spChg chg="del">
          <ac:chgData name="payal jadhav" userId="a1e439c47777b8da" providerId="LiveId" clId="{E93E000A-6DAF-4E97-A910-806AF8F50ACD}" dt="2024-01-23T13:49:38.803" v="1099" actId="478"/>
          <ac:spMkLst>
            <pc:docMk/>
            <pc:sldMk cId="1730312685" sldId="371"/>
            <ac:spMk id="10" creationId="{A4D33CC0-4E84-DA94-041E-F98931A16216}"/>
          </ac:spMkLst>
        </pc:spChg>
        <pc:spChg chg="del">
          <ac:chgData name="payal jadhav" userId="a1e439c47777b8da" providerId="LiveId" clId="{E93E000A-6DAF-4E97-A910-806AF8F50ACD}" dt="2024-01-23T13:49:41.077" v="1100" actId="478"/>
          <ac:spMkLst>
            <pc:docMk/>
            <pc:sldMk cId="1730312685" sldId="371"/>
            <ac:spMk id="11" creationId="{7F0D1F2A-7A51-C781-CC81-1555952349EB}"/>
          </ac:spMkLst>
        </pc:spChg>
        <pc:spChg chg="mod">
          <ac:chgData name="payal jadhav" userId="a1e439c47777b8da" providerId="LiveId" clId="{E93E000A-6DAF-4E97-A910-806AF8F50ACD}" dt="2024-01-23T13:52:37.475" v="1146" actId="12"/>
          <ac:spMkLst>
            <pc:docMk/>
            <pc:sldMk cId="1730312685" sldId="371"/>
            <ac:spMk id="12" creationId="{26C616E4-519A-D881-E7A2-04D072490CAE}"/>
          </ac:spMkLst>
        </pc:spChg>
        <pc:spChg chg="del">
          <ac:chgData name="payal jadhav" userId="a1e439c47777b8da" providerId="LiveId" clId="{E93E000A-6DAF-4E97-A910-806AF8F50ACD}" dt="2024-01-24T04:20:37.052" v="3056" actId="478"/>
          <ac:spMkLst>
            <pc:docMk/>
            <pc:sldMk cId="1730312685" sldId="371"/>
            <ac:spMk id="14" creationId="{D36E626E-64E3-0986-D03C-E63100207655}"/>
          </ac:spMkLst>
        </pc:spChg>
      </pc:sldChg>
      <pc:sldChg chg="addSp delSp modSp new mod modAnim">
        <pc:chgData name="payal jadhav" userId="a1e439c47777b8da" providerId="LiveId" clId="{E93E000A-6DAF-4E97-A910-806AF8F50ACD}" dt="2024-01-24T06:22:52.525" v="3070" actId="20577"/>
        <pc:sldMkLst>
          <pc:docMk/>
          <pc:sldMk cId="3031635512" sldId="372"/>
        </pc:sldMkLst>
        <pc:spChg chg="mod">
          <ac:chgData name="payal jadhav" userId="a1e439c47777b8da" providerId="LiveId" clId="{E93E000A-6DAF-4E97-A910-806AF8F50ACD}" dt="2024-01-23T14:07:36.798" v="1293" actId="1076"/>
          <ac:spMkLst>
            <pc:docMk/>
            <pc:sldMk cId="3031635512" sldId="372"/>
            <ac:spMk id="2" creationId="{86656CE3-598D-2314-AFD4-D770478F8B98}"/>
          </ac:spMkLst>
        </pc:spChg>
        <pc:spChg chg="del">
          <ac:chgData name="payal jadhav" userId="a1e439c47777b8da" providerId="LiveId" clId="{E93E000A-6DAF-4E97-A910-806AF8F50ACD}" dt="2024-01-23T14:07:45.235" v="1294" actId="478"/>
          <ac:spMkLst>
            <pc:docMk/>
            <pc:sldMk cId="3031635512" sldId="372"/>
            <ac:spMk id="3" creationId="{914503FA-9CE8-5D50-D9A0-AEC6B76D73F1}"/>
          </ac:spMkLst>
        </pc:spChg>
        <pc:spChg chg="mod">
          <ac:chgData name="payal jadhav" userId="a1e439c47777b8da" providerId="LiveId" clId="{E93E000A-6DAF-4E97-A910-806AF8F50ACD}" dt="2024-01-24T06:22:52.525" v="3070" actId="20577"/>
          <ac:spMkLst>
            <pc:docMk/>
            <pc:sldMk cId="3031635512" sldId="372"/>
            <ac:spMk id="4" creationId="{48921545-9C97-8D53-8876-7C853902D103}"/>
          </ac:spMkLst>
        </pc:spChg>
        <pc:spChg chg="mod">
          <ac:chgData name="payal jadhav" userId="a1e439c47777b8da" providerId="LiveId" clId="{E93E000A-6DAF-4E97-A910-806AF8F50ACD}" dt="2024-01-23T16:41:30.480" v="2121" actId="20577"/>
          <ac:spMkLst>
            <pc:docMk/>
            <pc:sldMk cId="3031635512" sldId="372"/>
            <ac:spMk id="5" creationId="{E406C2B2-5C66-B32A-0C0D-673F2FF187A8}"/>
          </ac:spMkLst>
        </pc:spChg>
        <pc:spChg chg="mod">
          <ac:chgData name="payal jadhav" userId="a1e439c47777b8da" providerId="LiveId" clId="{E93E000A-6DAF-4E97-A910-806AF8F50ACD}" dt="2024-01-23T14:12:10.246" v="1395" actId="208"/>
          <ac:spMkLst>
            <pc:docMk/>
            <pc:sldMk cId="3031635512" sldId="372"/>
            <ac:spMk id="6" creationId="{FFE14FEE-47CE-C248-899C-53760FC2C738}"/>
          </ac:spMkLst>
        </pc:spChg>
        <pc:spChg chg="del mod">
          <ac:chgData name="payal jadhav" userId="a1e439c47777b8da" providerId="LiveId" clId="{E93E000A-6DAF-4E97-A910-806AF8F50ACD}" dt="2024-01-23T14:14:07.091" v="1430" actId="478"/>
          <ac:spMkLst>
            <pc:docMk/>
            <pc:sldMk cId="3031635512" sldId="372"/>
            <ac:spMk id="7" creationId="{7A236B78-ADD2-4C33-9AD0-E380DC7E0ED6}"/>
          </ac:spMkLst>
        </pc:spChg>
        <pc:spChg chg="mod">
          <ac:chgData name="payal jadhav" userId="a1e439c47777b8da" providerId="LiveId" clId="{E93E000A-6DAF-4E97-A910-806AF8F50ACD}" dt="2024-01-23T14:13:42.138" v="1428" actId="20577"/>
          <ac:spMkLst>
            <pc:docMk/>
            <pc:sldMk cId="3031635512" sldId="372"/>
            <ac:spMk id="8" creationId="{5B8A0C92-5FCE-7F98-CB69-70FE2AFF0420}"/>
          </ac:spMkLst>
        </pc:spChg>
        <pc:spChg chg="del">
          <ac:chgData name="payal jadhav" userId="a1e439c47777b8da" providerId="LiveId" clId="{E93E000A-6DAF-4E97-A910-806AF8F50ACD}" dt="2024-01-23T14:14:01.575" v="1429" actId="478"/>
          <ac:spMkLst>
            <pc:docMk/>
            <pc:sldMk cId="3031635512" sldId="372"/>
            <ac:spMk id="9" creationId="{0FA18904-8F7E-F7A7-336B-DC44A3E35C2F}"/>
          </ac:spMkLst>
        </pc:spChg>
        <pc:spChg chg="del">
          <ac:chgData name="payal jadhav" userId="a1e439c47777b8da" providerId="LiveId" clId="{E93E000A-6DAF-4E97-A910-806AF8F50ACD}" dt="2024-01-23T14:14:12.572" v="1431" actId="478"/>
          <ac:spMkLst>
            <pc:docMk/>
            <pc:sldMk cId="3031635512" sldId="372"/>
            <ac:spMk id="10" creationId="{57CC56F8-6498-0C9D-400C-93A6CE403B05}"/>
          </ac:spMkLst>
        </pc:spChg>
        <pc:spChg chg="del">
          <ac:chgData name="payal jadhav" userId="a1e439c47777b8da" providerId="LiveId" clId="{E93E000A-6DAF-4E97-A910-806AF8F50ACD}" dt="2024-01-23T14:14:15.402" v="1432" actId="478"/>
          <ac:spMkLst>
            <pc:docMk/>
            <pc:sldMk cId="3031635512" sldId="372"/>
            <ac:spMk id="11" creationId="{E8963B64-EAEE-6222-902F-9DF14457C430}"/>
          </ac:spMkLst>
        </pc:spChg>
        <pc:spChg chg="del">
          <ac:chgData name="payal jadhav" userId="a1e439c47777b8da" providerId="LiveId" clId="{E93E000A-6DAF-4E97-A910-806AF8F50ACD}" dt="2024-01-23T14:14:20.098" v="1433" actId="478"/>
          <ac:spMkLst>
            <pc:docMk/>
            <pc:sldMk cId="3031635512" sldId="372"/>
            <ac:spMk id="12" creationId="{20CA16E6-95D8-0CE2-60EE-54AB68599EAB}"/>
          </ac:spMkLst>
        </pc:spChg>
        <pc:spChg chg="del">
          <ac:chgData name="payal jadhav" userId="a1e439c47777b8da" providerId="LiveId" clId="{E93E000A-6DAF-4E97-A910-806AF8F50ACD}" dt="2024-01-24T04:20:20.127" v="3055" actId="478"/>
          <ac:spMkLst>
            <pc:docMk/>
            <pc:sldMk cId="3031635512" sldId="372"/>
            <ac:spMk id="14" creationId="{874F9DAE-BA26-9B36-1E81-6E0593B23929}"/>
          </ac:spMkLst>
        </pc:spChg>
        <pc:picChg chg="add del mod">
          <ac:chgData name="payal jadhav" userId="a1e439c47777b8da" providerId="LiveId" clId="{E93E000A-6DAF-4E97-A910-806AF8F50ACD}" dt="2024-01-23T16:13:29.729" v="1715" actId="478"/>
          <ac:picMkLst>
            <pc:docMk/>
            <pc:sldMk cId="3031635512" sldId="372"/>
            <ac:picMk id="7" creationId="{4A0734A3-A49C-1EF5-3230-48BEB8CD03BE}"/>
          </ac:picMkLst>
        </pc:picChg>
        <pc:picChg chg="add mod">
          <ac:chgData name="payal jadhav" userId="a1e439c47777b8da" providerId="LiveId" clId="{E93E000A-6DAF-4E97-A910-806AF8F50ACD}" dt="2024-01-23T16:43:30.568" v="2124" actId="1076"/>
          <ac:picMkLst>
            <pc:docMk/>
            <pc:sldMk cId="3031635512" sldId="372"/>
            <ac:picMk id="10" creationId="{CEA33EBA-5945-D3F0-7BAD-DE5FD9477AEC}"/>
          </ac:picMkLst>
        </pc:picChg>
      </pc:sldChg>
      <pc:sldChg chg="addSp delSp modSp new mod modAnim">
        <pc:chgData name="payal jadhav" userId="a1e439c47777b8da" providerId="LiveId" clId="{E93E000A-6DAF-4E97-A910-806AF8F50ACD}" dt="2024-01-24T04:19:37.888" v="3048" actId="478"/>
        <pc:sldMkLst>
          <pc:docMk/>
          <pc:sldMk cId="3002331912" sldId="374"/>
        </pc:sldMkLst>
        <pc:spChg chg="mod">
          <ac:chgData name="payal jadhav" userId="a1e439c47777b8da" providerId="LiveId" clId="{E93E000A-6DAF-4E97-A910-806AF8F50ACD}" dt="2024-01-23T16:15:59.201" v="1724" actId="2711"/>
          <ac:spMkLst>
            <pc:docMk/>
            <pc:sldMk cId="3002331912" sldId="374"/>
            <ac:spMk id="2" creationId="{54ED933C-D763-81E5-AE26-EDA9A500E852}"/>
          </ac:spMkLst>
        </pc:spChg>
        <pc:spChg chg="del">
          <ac:chgData name="payal jadhav" userId="a1e439c47777b8da" providerId="LiveId" clId="{E93E000A-6DAF-4E97-A910-806AF8F50ACD}" dt="2024-01-23T16:16:36.664" v="1725" actId="478"/>
          <ac:spMkLst>
            <pc:docMk/>
            <pc:sldMk cId="3002331912" sldId="374"/>
            <ac:spMk id="3" creationId="{26650D24-A788-335F-D956-452F5BFD84BD}"/>
          </ac:spMkLst>
        </pc:spChg>
        <pc:spChg chg="del">
          <ac:chgData name="payal jadhav" userId="a1e439c47777b8da" providerId="LiveId" clId="{E93E000A-6DAF-4E97-A910-806AF8F50ACD}" dt="2024-01-23T16:16:39.014" v="1726" actId="478"/>
          <ac:spMkLst>
            <pc:docMk/>
            <pc:sldMk cId="3002331912" sldId="374"/>
            <ac:spMk id="4" creationId="{D7966823-0D84-D9EC-4ED6-1C7A24F32688}"/>
          </ac:spMkLst>
        </pc:spChg>
        <pc:spChg chg="del">
          <ac:chgData name="payal jadhav" userId="a1e439c47777b8da" providerId="LiveId" clId="{E93E000A-6DAF-4E97-A910-806AF8F50ACD}" dt="2024-01-23T16:16:41.289" v="1727" actId="478"/>
          <ac:spMkLst>
            <pc:docMk/>
            <pc:sldMk cId="3002331912" sldId="374"/>
            <ac:spMk id="5" creationId="{2AD6A3E0-E86C-5AF2-3524-00ADB14EF67D}"/>
          </ac:spMkLst>
        </pc:spChg>
        <pc:spChg chg="del">
          <ac:chgData name="payal jadhav" userId="a1e439c47777b8da" providerId="LiveId" clId="{E93E000A-6DAF-4E97-A910-806AF8F50ACD}" dt="2024-01-23T16:16:43.058" v="1728" actId="478"/>
          <ac:spMkLst>
            <pc:docMk/>
            <pc:sldMk cId="3002331912" sldId="374"/>
            <ac:spMk id="6" creationId="{24B11B38-AD30-7897-2031-A52A9A34063F}"/>
          </ac:spMkLst>
        </pc:spChg>
        <pc:spChg chg="del">
          <ac:chgData name="payal jadhav" userId="a1e439c47777b8da" providerId="LiveId" clId="{E93E000A-6DAF-4E97-A910-806AF8F50ACD}" dt="2024-01-23T16:16:44.993" v="1729" actId="478"/>
          <ac:spMkLst>
            <pc:docMk/>
            <pc:sldMk cId="3002331912" sldId="374"/>
            <ac:spMk id="7" creationId="{C529AF1B-84D9-E642-DC23-AAF8D8FE6A88}"/>
          </ac:spMkLst>
        </pc:spChg>
        <pc:spChg chg="del">
          <ac:chgData name="payal jadhav" userId="a1e439c47777b8da" providerId="LiveId" clId="{E93E000A-6DAF-4E97-A910-806AF8F50ACD}" dt="2024-01-23T16:16:46.744" v="1730" actId="478"/>
          <ac:spMkLst>
            <pc:docMk/>
            <pc:sldMk cId="3002331912" sldId="374"/>
            <ac:spMk id="8" creationId="{973D1447-BDB6-9F52-E4EC-94410E1D5CD9}"/>
          </ac:spMkLst>
        </pc:spChg>
        <pc:spChg chg="del">
          <ac:chgData name="payal jadhav" userId="a1e439c47777b8da" providerId="LiveId" clId="{E93E000A-6DAF-4E97-A910-806AF8F50ACD}" dt="2024-01-23T16:16:49.225" v="1731" actId="478"/>
          <ac:spMkLst>
            <pc:docMk/>
            <pc:sldMk cId="3002331912" sldId="374"/>
            <ac:spMk id="9" creationId="{916FFA0F-C481-62EB-C299-2B3D4003B6AD}"/>
          </ac:spMkLst>
        </pc:spChg>
        <pc:spChg chg="mod">
          <ac:chgData name="payal jadhav" userId="a1e439c47777b8da" providerId="LiveId" clId="{E93E000A-6DAF-4E97-A910-806AF8F50ACD}" dt="2024-01-23T16:47:05.030" v="2145" actId="20577"/>
          <ac:spMkLst>
            <pc:docMk/>
            <pc:sldMk cId="3002331912" sldId="374"/>
            <ac:spMk id="10" creationId="{91AED6A9-5DE7-88D3-9FB3-F23D24C03588}"/>
          </ac:spMkLst>
        </pc:spChg>
        <pc:spChg chg="del">
          <ac:chgData name="payal jadhav" userId="a1e439c47777b8da" providerId="LiveId" clId="{E93E000A-6DAF-4E97-A910-806AF8F50ACD}" dt="2024-01-23T16:16:52.132" v="1732" actId="478"/>
          <ac:spMkLst>
            <pc:docMk/>
            <pc:sldMk cId="3002331912" sldId="374"/>
            <ac:spMk id="11" creationId="{B5AF0360-FB16-1D84-97C8-A7EE36C900CC}"/>
          </ac:spMkLst>
        </pc:spChg>
        <pc:spChg chg="del">
          <ac:chgData name="payal jadhav" userId="a1e439c47777b8da" providerId="LiveId" clId="{E93E000A-6DAF-4E97-A910-806AF8F50ACD}" dt="2024-01-23T16:16:54.475" v="1733" actId="478"/>
          <ac:spMkLst>
            <pc:docMk/>
            <pc:sldMk cId="3002331912" sldId="374"/>
            <ac:spMk id="12" creationId="{E1470A11-D998-76AB-AA26-717A22924CA1}"/>
          </ac:spMkLst>
        </pc:spChg>
        <pc:spChg chg="del mod">
          <ac:chgData name="payal jadhav" userId="a1e439c47777b8da" providerId="LiveId" clId="{E93E000A-6DAF-4E97-A910-806AF8F50ACD}" dt="2024-01-24T04:19:37.888" v="3048" actId="478"/>
          <ac:spMkLst>
            <pc:docMk/>
            <pc:sldMk cId="3002331912" sldId="374"/>
            <ac:spMk id="14" creationId="{6C7BE2BB-4ED6-1400-995B-21881FAA9E5E}"/>
          </ac:spMkLst>
        </pc:spChg>
        <pc:picChg chg="add mod">
          <ac:chgData name="payal jadhav" userId="a1e439c47777b8da" providerId="LiveId" clId="{E93E000A-6DAF-4E97-A910-806AF8F50ACD}" dt="2024-01-23T16:46:51.469" v="2132" actId="1076"/>
          <ac:picMkLst>
            <pc:docMk/>
            <pc:sldMk cId="3002331912" sldId="374"/>
            <ac:picMk id="16" creationId="{1E53A6E5-DFAB-E83F-A52E-210095A421FB}"/>
          </ac:picMkLst>
        </pc:picChg>
      </pc:sldChg>
      <pc:sldChg chg="modSp mod">
        <pc:chgData name="payal jadhav" userId="a1e439c47777b8da" providerId="LiveId" clId="{E93E000A-6DAF-4E97-A910-806AF8F50ACD}" dt="2024-01-23T16:45:46.603" v="2129" actId="14838"/>
        <pc:sldMkLst>
          <pc:docMk/>
          <pc:sldMk cId="4183200228" sldId="375"/>
        </pc:sldMkLst>
        <pc:spChg chg="mod">
          <ac:chgData name="payal jadhav" userId="a1e439c47777b8da" providerId="LiveId" clId="{E93E000A-6DAF-4E97-A910-806AF8F50ACD}" dt="2024-01-23T16:45:46.603" v="2129" actId="14838"/>
          <ac:spMkLst>
            <pc:docMk/>
            <pc:sldMk cId="4183200228" sldId="375"/>
            <ac:spMk id="8" creationId="{B6D0F33A-A696-482C-4479-71F69CB905BE}"/>
          </ac:spMkLst>
        </pc:spChg>
      </pc:sldChg>
      <pc:sldChg chg="new del">
        <pc:chgData name="payal jadhav" userId="a1e439c47777b8da" providerId="LiveId" clId="{E93E000A-6DAF-4E97-A910-806AF8F50ACD}" dt="2024-01-23T16:29:26.484" v="1901" actId="2696"/>
        <pc:sldMkLst>
          <pc:docMk/>
          <pc:sldMk cId="569658349" sldId="376"/>
        </pc:sldMkLst>
      </pc:sldChg>
      <pc:sldChg chg="addSp delSp modSp new mod ord">
        <pc:chgData name="payal jadhav" userId="a1e439c47777b8da" providerId="LiveId" clId="{E93E000A-6DAF-4E97-A910-806AF8F50ACD}" dt="2024-01-24T04:23:54.473" v="3058"/>
        <pc:sldMkLst>
          <pc:docMk/>
          <pc:sldMk cId="2073946465" sldId="376"/>
        </pc:sldMkLst>
        <pc:spChg chg="mod">
          <ac:chgData name="payal jadhav" userId="a1e439c47777b8da" providerId="LiveId" clId="{E93E000A-6DAF-4E97-A910-806AF8F50ACD}" dt="2024-01-23T16:34:19.787" v="2027" actId="1076"/>
          <ac:spMkLst>
            <pc:docMk/>
            <pc:sldMk cId="2073946465" sldId="376"/>
            <ac:spMk id="2" creationId="{D711FA0D-A628-761A-1A2F-76C4D7AF9405}"/>
          </ac:spMkLst>
        </pc:spChg>
        <pc:spChg chg="add mod">
          <ac:chgData name="payal jadhav" userId="a1e439c47777b8da" providerId="LiveId" clId="{E93E000A-6DAF-4E97-A910-806AF8F50ACD}" dt="2024-01-23T16:35:12.385" v="2047" actId="14100"/>
          <ac:spMkLst>
            <pc:docMk/>
            <pc:sldMk cId="2073946465" sldId="376"/>
            <ac:spMk id="3" creationId="{0E0CC5C8-134F-A734-2F84-F556C6C842CC}"/>
          </ac:spMkLst>
        </pc:spChg>
        <pc:picChg chg="add del mod">
          <ac:chgData name="payal jadhav" userId="a1e439c47777b8da" providerId="LiveId" clId="{E93E000A-6DAF-4E97-A910-806AF8F50ACD}" dt="2024-01-23T16:36:08.209" v="2051" actId="478"/>
          <ac:picMkLst>
            <pc:docMk/>
            <pc:sldMk cId="2073946465" sldId="376"/>
            <ac:picMk id="5" creationId="{EB7A0FF3-921E-005A-1C77-47D6D916985F}"/>
          </ac:picMkLst>
        </pc:picChg>
        <pc:picChg chg="add mod">
          <ac:chgData name="payal jadhav" userId="a1e439c47777b8da" providerId="LiveId" clId="{E93E000A-6DAF-4E97-A910-806AF8F50ACD}" dt="2024-01-23T16:36:24.358" v="2055" actId="1076"/>
          <ac:picMkLst>
            <pc:docMk/>
            <pc:sldMk cId="2073946465" sldId="376"/>
            <ac:picMk id="7" creationId="{DE56968F-8351-5899-B989-615888386AB3}"/>
          </ac:picMkLst>
        </pc:picChg>
      </pc:sldChg>
      <pc:sldChg chg="addSp delSp modSp new mod">
        <pc:chgData name="payal jadhav" userId="a1e439c47777b8da" providerId="LiveId" clId="{E93E000A-6DAF-4E97-A910-806AF8F50ACD}" dt="2024-01-24T04:19:21.987" v="3046" actId="478"/>
        <pc:sldMkLst>
          <pc:docMk/>
          <pc:sldMk cId="659430129" sldId="377"/>
        </pc:sldMkLst>
        <pc:spChg chg="mod">
          <ac:chgData name="payal jadhav" userId="a1e439c47777b8da" providerId="LiveId" clId="{E93E000A-6DAF-4E97-A910-806AF8F50ACD}" dt="2024-01-24T04:04:21.833" v="2647" actId="255"/>
          <ac:spMkLst>
            <pc:docMk/>
            <pc:sldMk cId="659430129" sldId="377"/>
            <ac:spMk id="2" creationId="{633EF2A5-E7D0-7578-6BC0-AEFEEB5A4FB4}"/>
          </ac:spMkLst>
        </pc:spChg>
        <pc:spChg chg="mod">
          <ac:chgData name="payal jadhav" userId="a1e439c47777b8da" providerId="LiveId" clId="{E93E000A-6DAF-4E97-A910-806AF8F50ACD}" dt="2024-01-24T04:10:27.313" v="2979" actId="1076"/>
          <ac:spMkLst>
            <pc:docMk/>
            <pc:sldMk cId="659430129" sldId="377"/>
            <ac:spMk id="3" creationId="{8393CB81-C31B-C54F-D44E-B80DE4976D7D}"/>
          </ac:spMkLst>
        </pc:spChg>
        <pc:spChg chg="mod">
          <ac:chgData name="payal jadhav" userId="a1e439c47777b8da" providerId="LiveId" clId="{E93E000A-6DAF-4E97-A910-806AF8F50ACD}" dt="2024-01-24T04:11:55.110" v="2992" actId="1076"/>
          <ac:spMkLst>
            <pc:docMk/>
            <pc:sldMk cId="659430129" sldId="377"/>
            <ac:spMk id="4" creationId="{6E94A230-FF76-9F17-8DB3-5A7B9F69BED4}"/>
          </ac:spMkLst>
        </pc:spChg>
        <pc:spChg chg="mod">
          <ac:chgData name="payal jadhav" userId="a1e439c47777b8da" providerId="LiveId" clId="{E93E000A-6DAF-4E97-A910-806AF8F50ACD}" dt="2024-01-24T04:12:12.471" v="2995" actId="1076"/>
          <ac:spMkLst>
            <pc:docMk/>
            <pc:sldMk cId="659430129" sldId="377"/>
            <ac:spMk id="5" creationId="{79F76A08-A2A0-EA72-1BA0-2435420A4BB5}"/>
          </ac:spMkLst>
        </pc:spChg>
        <pc:spChg chg="mod">
          <ac:chgData name="payal jadhav" userId="a1e439c47777b8da" providerId="LiveId" clId="{E93E000A-6DAF-4E97-A910-806AF8F50ACD}" dt="2024-01-24T04:12:18.387" v="2996" actId="1076"/>
          <ac:spMkLst>
            <pc:docMk/>
            <pc:sldMk cId="659430129" sldId="377"/>
            <ac:spMk id="6" creationId="{5935F31C-088B-F484-66E6-9744484B9E6E}"/>
          </ac:spMkLst>
        </pc:spChg>
        <pc:spChg chg="del mod">
          <ac:chgData name="payal jadhav" userId="a1e439c47777b8da" providerId="LiveId" clId="{E93E000A-6DAF-4E97-A910-806AF8F50ACD}" dt="2024-01-24T04:11:48.412" v="2991" actId="478"/>
          <ac:spMkLst>
            <pc:docMk/>
            <pc:sldMk cId="659430129" sldId="377"/>
            <ac:spMk id="7" creationId="{C8BB8857-DECD-2FF0-5F8D-EC6FCFA231E7}"/>
          </ac:spMkLst>
        </pc:spChg>
        <pc:spChg chg="mod">
          <ac:chgData name="payal jadhav" userId="a1e439c47777b8da" providerId="LiveId" clId="{E93E000A-6DAF-4E97-A910-806AF8F50ACD}" dt="2024-01-24T04:14:48.275" v="3023" actId="1076"/>
          <ac:spMkLst>
            <pc:docMk/>
            <pc:sldMk cId="659430129" sldId="377"/>
            <ac:spMk id="8" creationId="{1CA24E42-F7A9-20A1-A127-E9CAB3D0F7DD}"/>
          </ac:spMkLst>
        </pc:spChg>
        <pc:spChg chg="mod">
          <ac:chgData name="payal jadhav" userId="a1e439c47777b8da" providerId="LiveId" clId="{E93E000A-6DAF-4E97-A910-806AF8F50ACD}" dt="2024-01-24T04:12:39.250" v="3001" actId="1076"/>
          <ac:spMkLst>
            <pc:docMk/>
            <pc:sldMk cId="659430129" sldId="377"/>
            <ac:spMk id="9" creationId="{3CB2D4CE-8155-FA9C-5BA5-F98AAF1E07E7}"/>
          </ac:spMkLst>
        </pc:spChg>
        <pc:spChg chg="mod">
          <ac:chgData name="payal jadhav" userId="a1e439c47777b8da" providerId="LiveId" clId="{E93E000A-6DAF-4E97-A910-806AF8F50ACD}" dt="2024-01-24T04:12:47.208" v="3002" actId="1076"/>
          <ac:spMkLst>
            <pc:docMk/>
            <pc:sldMk cId="659430129" sldId="377"/>
            <ac:spMk id="10" creationId="{9FEF7F90-76BA-DB85-9F18-5F0F5DEA44AD}"/>
          </ac:spMkLst>
        </pc:spChg>
        <pc:spChg chg="del mod">
          <ac:chgData name="payal jadhav" userId="a1e439c47777b8da" providerId="LiveId" clId="{E93E000A-6DAF-4E97-A910-806AF8F50ACD}" dt="2024-01-24T04:11:44.613" v="2990" actId="478"/>
          <ac:spMkLst>
            <pc:docMk/>
            <pc:sldMk cId="659430129" sldId="377"/>
            <ac:spMk id="11" creationId="{70774CEA-FB9E-7924-7E68-9A7397662CCC}"/>
          </ac:spMkLst>
        </pc:spChg>
        <pc:spChg chg="mod">
          <ac:chgData name="payal jadhav" userId="a1e439c47777b8da" providerId="LiveId" clId="{E93E000A-6DAF-4E97-A910-806AF8F50ACD}" dt="2024-01-24T04:12:57.393" v="3003" actId="1076"/>
          <ac:spMkLst>
            <pc:docMk/>
            <pc:sldMk cId="659430129" sldId="377"/>
            <ac:spMk id="12" creationId="{5888898E-6A64-4341-B88C-15AFFE66DD5D}"/>
          </ac:spMkLst>
        </pc:spChg>
        <pc:spChg chg="del mod">
          <ac:chgData name="payal jadhav" userId="a1e439c47777b8da" providerId="LiveId" clId="{E93E000A-6DAF-4E97-A910-806AF8F50ACD}" dt="2024-01-24T04:19:21.987" v="3046" actId="478"/>
          <ac:spMkLst>
            <pc:docMk/>
            <pc:sldMk cId="659430129" sldId="377"/>
            <ac:spMk id="14" creationId="{F984BDE6-5124-C779-2267-B3A7C9F9789F}"/>
          </ac:spMkLst>
        </pc:spChg>
        <pc:spChg chg="add mod">
          <ac:chgData name="payal jadhav" userId="a1e439c47777b8da" providerId="LiveId" clId="{E93E000A-6DAF-4E97-A910-806AF8F50ACD}" dt="2024-01-24T04:13:36.180" v="3006" actId="1076"/>
          <ac:spMkLst>
            <pc:docMk/>
            <pc:sldMk cId="659430129" sldId="377"/>
            <ac:spMk id="15" creationId="{EE281720-05CE-A0FA-A4C6-7D34DBD42FD6}"/>
          </ac:spMkLst>
        </pc:spChg>
        <pc:spChg chg="add mod">
          <ac:chgData name="payal jadhav" userId="a1e439c47777b8da" providerId="LiveId" clId="{E93E000A-6DAF-4E97-A910-806AF8F50ACD}" dt="2024-01-24T04:14:02.321" v="3013" actId="1076"/>
          <ac:spMkLst>
            <pc:docMk/>
            <pc:sldMk cId="659430129" sldId="377"/>
            <ac:spMk id="16" creationId="{E1C83EA9-A866-FBE6-0A11-964C712E1919}"/>
          </ac:spMkLst>
        </pc:spChg>
        <pc:spChg chg="add mod">
          <ac:chgData name="payal jadhav" userId="a1e439c47777b8da" providerId="LiveId" clId="{E93E000A-6DAF-4E97-A910-806AF8F50ACD}" dt="2024-01-24T04:14:07.420" v="3014" actId="1076"/>
          <ac:spMkLst>
            <pc:docMk/>
            <pc:sldMk cId="659430129" sldId="377"/>
            <ac:spMk id="17" creationId="{B3EE850F-34E8-1B36-B603-85977CDF4462}"/>
          </ac:spMkLst>
        </pc:spChg>
        <pc:spChg chg="add del mod">
          <ac:chgData name="payal jadhav" userId="a1e439c47777b8da" providerId="LiveId" clId="{E93E000A-6DAF-4E97-A910-806AF8F50ACD}" dt="2024-01-24T04:16:15.282" v="3034" actId="478"/>
          <ac:spMkLst>
            <pc:docMk/>
            <pc:sldMk cId="659430129" sldId="377"/>
            <ac:spMk id="18" creationId="{90E134F8-935E-CB26-FAD3-FE0FFCBEDF53}"/>
          </ac:spMkLst>
        </pc:spChg>
        <pc:spChg chg="add mod">
          <ac:chgData name="payal jadhav" userId="a1e439c47777b8da" providerId="LiveId" clId="{E93E000A-6DAF-4E97-A910-806AF8F50ACD}" dt="2024-01-24T04:14:44.506" v="3022" actId="1076"/>
          <ac:spMkLst>
            <pc:docMk/>
            <pc:sldMk cId="659430129" sldId="377"/>
            <ac:spMk id="19" creationId="{DE61AADF-9000-5602-A940-7E862C011A71}"/>
          </ac:spMkLst>
        </pc:spChg>
        <pc:spChg chg="add mod">
          <ac:chgData name="payal jadhav" userId="a1e439c47777b8da" providerId="LiveId" clId="{E93E000A-6DAF-4E97-A910-806AF8F50ACD}" dt="2024-01-24T04:14:29.101" v="3018" actId="1076"/>
          <ac:spMkLst>
            <pc:docMk/>
            <pc:sldMk cId="659430129" sldId="377"/>
            <ac:spMk id="20" creationId="{7EB6D819-89E1-CFEC-37B3-604A1ED13ECD}"/>
          </ac:spMkLst>
        </pc:spChg>
        <pc:spChg chg="add mod">
          <ac:chgData name="payal jadhav" userId="a1e439c47777b8da" providerId="LiveId" clId="{E93E000A-6DAF-4E97-A910-806AF8F50ACD}" dt="2024-01-24T04:14:19.934" v="3016" actId="1076"/>
          <ac:spMkLst>
            <pc:docMk/>
            <pc:sldMk cId="659430129" sldId="377"/>
            <ac:spMk id="21" creationId="{18881821-5456-E0C7-DC37-0A53AAFAFB7D}"/>
          </ac:spMkLst>
        </pc:spChg>
        <pc:spChg chg="add del">
          <ac:chgData name="payal jadhav" userId="a1e439c47777b8da" providerId="LiveId" clId="{E93E000A-6DAF-4E97-A910-806AF8F50ACD}" dt="2024-01-24T04:15:22.916" v="3025" actId="478"/>
          <ac:spMkLst>
            <pc:docMk/>
            <pc:sldMk cId="659430129" sldId="377"/>
            <ac:spMk id="22" creationId="{B3F14950-9821-8552-010D-DEF83AC4BBF1}"/>
          </ac:spMkLst>
        </pc:spChg>
        <pc:spChg chg="add del mod">
          <ac:chgData name="payal jadhav" userId="a1e439c47777b8da" providerId="LiveId" clId="{E93E000A-6DAF-4E97-A910-806AF8F50ACD}" dt="2024-01-24T04:16:12.665" v="3033" actId="478"/>
          <ac:spMkLst>
            <pc:docMk/>
            <pc:sldMk cId="659430129" sldId="377"/>
            <ac:spMk id="23" creationId="{792EDE34-B18F-2DD8-131E-A892A793AFB7}"/>
          </ac:spMkLst>
        </pc:spChg>
        <pc:spChg chg="add mod">
          <ac:chgData name="payal jadhav" userId="a1e439c47777b8da" providerId="LiveId" clId="{E93E000A-6DAF-4E97-A910-806AF8F50ACD}" dt="2024-01-24T04:16:19.608" v="3035" actId="1076"/>
          <ac:spMkLst>
            <pc:docMk/>
            <pc:sldMk cId="659430129" sldId="377"/>
            <ac:spMk id="24" creationId="{3A311BB5-8713-E41A-4B3B-63E9AA94DA6C}"/>
          </ac:spMkLst>
        </pc:spChg>
        <pc:picChg chg="add mod">
          <ac:chgData name="payal jadhav" userId="a1e439c47777b8da" providerId="LiveId" clId="{E93E000A-6DAF-4E97-A910-806AF8F50ACD}" dt="2024-01-24T04:19:07.813" v="3044" actId="1076"/>
          <ac:picMkLst>
            <pc:docMk/>
            <pc:sldMk cId="659430129" sldId="377"/>
            <ac:picMk id="26" creationId="{DA7AB650-28CA-FEDC-41CD-0A1241EDF80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2038105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1708631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621230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4285802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67054" y="758752"/>
            <a:ext cx="5491571" cy="287144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67055" y="4549553"/>
            <a:ext cx="5491570" cy="1606189"/>
          </a:xfrm>
        </p:spPr>
        <p:txBody>
          <a:bodyPr lIns="0" tIns="0" rIns="0" bIns="0">
            <a:norm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964023" y="142455"/>
            <a:ext cx="7532276" cy="1347471"/>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cxnSp>
        <p:nvCxnSpPr>
          <p:cNvPr id="13" name="Straight Connector 12">
            <a:extLst>
              <a:ext uri="{FF2B5EF4-FFF2-40B4-BE49-F238E27FC236}">
                <a16:creationId xmlns:a16="http://schemas.microsoft.com/office/drawing/2014/main" id="{CF0FD074-81E2-0D4E-8446-C5B415B238A0}"/>
              </a:ext>
              <a:ext uri="{C183D7F6-B498-43B3-948B-1728B52AA6E4}">
                <adec:decorative xmlns:adec="http://schemas.microsoft.com/office/drawing/2017/decorative" val="1"/>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hasCustomPrompt="1"/>
          </p:nvPr>
        </p:nvSpPr>
        <p:spPr>
          <a:xfrm>
            <a:off x="952500" y="2046306"/>
            <a:ext cx="2133600" cy="537098"/>
          </a:xfrm>
        </p:spPr>
        <p:txBody>
          <a:bodyPr lIns="0" tIns="0" rIns="0" bIns="0" anchor="ctr" anchorCtr="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hasCustomPrompt="1"/>
          </p:nvPr>
        </p:nvSpPr>
        <p:spPr>
          <a:xfrm>
            <a:off x="952500" y="2639004"/>
            <a:ext cx="2133600" cy="789996"/>
          </a:xfrm>
        </p:spPr>
        <p:txBody>
          <a:bodyPr lIns="0" tIns="0" rIns="0" bIns="0">
            <a:norm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16" name="Straight Connector 15">
            <a:extLst>
              <a:ext uri="{FF2B5EF4-FFF2-40B4-BE49-F238E27FC236}">
                <a16:creationId xmlns:a16="http://schemas.microsoft.com/office/drawing/2014/main" id="{A3DDE02E-BC75-2645-8725-CA2CFD327A3C}"/>
              </a:ext>
              <a:ext uri="{C183D7F6-B498-43B3-948B-1728B52AA6E4}">
                <adec:decorative xmlns:adec="http://schemas.microsoft.com/office/drawing/2017/decorative" val="1"/>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hasCustomPrompt="1"/>
          </p:nvPr>
        </p:nvSpPr>
        <p:spPr>
          <a:xfrm>
            <a:off x="3663042" y="2046306"/>
            <a:ext cx="2128157" cy="537098"/>
          </a:xfrm>
        </p:spPr>
        <p:txBody>
          <a:bodyPr lIns="0" tIns="0" rIns="0" bIns="0" anchor="ctr" anchorCtr="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hasCustomPrompt="1"/>
          </p:nvPr>
        </p:nvSpPr>
        <p:spPr>
          <a:xfrm>
            <a:off x="3663042" y="2639004"/>
            <a:ext cx="2128157" cy="789996"/>
          </a:xfrm>
        </p:spPr>
        <p:txBody>
          <a:bodyPr lIns="0" tIns="0" rIns="0" bIns="0">
            <a:norm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20" name="Straight Connector 19">
            <a:extLst>
              <a:ext uri="{FF2B5EF4-FFF2-40B4-BE49-F238E27FC236}">
                <a16:creationId xmlns:a16="http://schemas.microsoft.com/office/drawing/2014/main" id="{E01EE6FD-FABB-AD48-92DA-19805B502918}"/>
              </a:ext>
              <a:ext uri="{C183D7F6-B498-43B3-948B-1728B52AA6E4}">
                <adec:decorative xmlns:adec="http://schemas.microsoft.com/office/drawing/2017/decorative" val="1"/>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hasCustomPrompt="1"/>
          </p:nvPr>
        </p:nvSpPr>
        <p:spPr>
          <a:xfrm>
            <a:off x="952500" y="4359309"/>
            <a:ext cx="2133600" cy="492558"/>
          </a:xfrm>
        </p:spPr>
        <p:txBody>
          <a:bodyPr lIns="0" tIns="0" rIns="0" bIns="0" anchor="ctr" anchorCtr="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hasCustomPrompt="1"/>
          </p:nvPr>
        </p:nvSpPr>
        <p:spPr>
          <a:xfrm>
            <a:off x="952500" y="4925112"/>
            <a:ext cx="2133600" cy="789996"/>
          </a:xfrm>
        </p:spPr>
        <p:txBody>
          <a:bodyPr lIns="0" tIns="0" rIns="0" bIns="0">
            <a:norm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23" name="Straight Connector 22">
            <a:extLst>
              <a:ext uri="{FF2B5EF4-FFF2-40B4-BE49-F238E27FC236}">
                <a16:creationId xmlns:a16="http://schemas.microsoft.com/office/drawing/2014/main" id="{93BB36CC-7349-334D-A028-58D01025E726}"/>
              </a:ext>
              <a:ext uri="{C183D7F6-B498-43B3-948B-1728B52AA6E4}">
                <adec:decorative xmlns:adec="http://schemas.microsoft.com/office/drawing/2017/decorative" val="1"/>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hasCustomPrompt="1"/>
          </p:nvPr>
        </p:nvSpPr>
        <p:spPr>
          <a:xfrm>
            <a:off x="3663042" y="4359309"/>
            <a:ext cx="2128157" cy="492558"/>
          </a:xfrm>
        </p:spPr>
        <p:txBody>
          <a:bodyPr lIns="0" tIns="0" rIns="0" bIns="0" anchor="ctr" anchorCtr="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hasCustomPrompt="1"/>
          </p:nvPr>
        </p:nvSpPr>
        <p:spPr>
          <a:xfrm>
            <a:off x="3663042" y="4925112"/>
            <a:ext cx="2128157" cy="789996"/>
          </a:xfrm>
        </p:spPr>
        <p:txBody>
          <a:bodyPr lIns="0" tIns="0" rIns="0" bIns="0">
            <a:norm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26" name="Straight Connector 25">
            <a:extLst>
              <a:ext uri="{FF2B5EF4-FFF2-40B4-BE49-F238E27FC236}">
                <a16:creationId xmlns:a16="http://schemas.microsoft.com/office/drawing/2014/main" id="{C402C0D4-D9C4-F547-B996-38177302A3DC}"/>
              </a:ext>
              <a:ext uri="{C183D7F6-B498-43B3-948B-1728B52AA6E4}">
                <adec:decorative xmlns:adec="http://schemas.microsoft.com/office/drawing/2017/decorative" val="1"/>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hasCustomPrompt="1"/>
          </p:nvPr>
        </p:nvSpPr>
        <p:spPr>
          <a:xfrm>
            <a:off x="6367054" y="4359309"/>
            <a:ext cx="2129245" cy="492558"/>
          </a:xfrm>
        </p:spPr>
        <p:txBody>
          <a:bodyPr lIns="0" tIns="0" rIns="0" bIns="0" anchor="ctr" anchorCtr="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hasCustomPrompt="1"/>
          </p:nvPr>
        </p:nvSpPr>
        <p:spPr>
          <a:xfrm>
            <a:off x="6367054" y="4925112"/>
            <a:ext cx="2129245" cy="789996"/>
          </a:xfrm>
        </p:spPr>
        <p:txBody>
          <a:bodyPr lIns="0" tIns="0" rIns="0" bIns="0">
            <a:norm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19" name="Slide Number Placeholder 18">
            <a:extLst>
              <a:ext uri="{FF2B5EF4-FFF2-40B4-BE49-F238E27FC236}">
                <a16:creationId xmlns:a16="http://schemas.microsoft.com/office/drawing/2014/main" id="{1851A3FD-B717-4588-9809-4FFAC5FF47A1}"/>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
        <p:nvSpPr>
          <p:cNvPr id="5" name="Footer Placeholder 4">
            <a:extLst>
              <a:ext uri="{FF2B5EF4-FFF2-40B4-BE49-F238E27FC236}">
                <a16:creationId xmlns:a16="http://schemas.microsoft.com/office/drawing/2014/main" id="{FDE10C66-2FF2-41F8-98FA-BE4983369645}"/>
              </a:ext>
            </a:extLst>
          </p:cNvPr>
          <p:cNvSpPr>
            <a:spLocks noGrp="1"/>
          </p:cNvSpPr>
          <p:nvPr>
            <p:ph type="ftr" sz="quarter" idx="26"/>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B42F3846-3FA1-A704-DD1C-4F4EDD8FEBC2}"/>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9" name="Title 1">
            <a:extLst>
              <a:ext uri="{FF2B5EF4-FFF2-40B4-BE49-F238E27FC236}">
                <a16:creationId xmlns:a16="http://schemas.microsoft.com/office/drawing/2014/main" id="{A5C37098-CEB2-1E45-989B-3DD92F3B1A30}"/>
              </a:ext>
            </a:extLst>
          </p:cNvPr>
          <p:cNvSpPr>
            <a:spLocks noGrp="1"/>
          </p:cNvSpPr>
          <p:nvPr>
            <p:ph type="title" hasCustomPrompt="1"/>
          </p:nvPr>
        </p:nvSpPr>
        <p:spPr>
          <a:xfrm>
            <a:off x="964023" y="82713"/>
            <a:ext cx="4572001" cy="2286000"/>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hasCustomPrompt="1"/>
          </p:nvPr>
        </p:nvSpPr>
        <p:spPr>
          <a:xfrm>
            <a:off x="952499" y="2810201"/>
            <a:ext cx="4572001" cy="2560320"/>
          </a:xfrm>
        </p:spPr>
        <p:txBody>
          <a:bodyPr lIns="0" tIns="0" rIns="0" bIns="0">
            <a:norm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5" name="Slide Number Placeholder 4">
            <a:extLst>
              <a:ext uri="{FF2B5EF4-FFF2-40B4-BE49-F238E27FC236}">
                <a16:creationId xmlns:a16="http://schemas.microsoft.com/office/drawing/2014/main" id="{6184536E-AD08-4371-85E9-A816C30B6AE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DB285929-1018-4370-A170-074C414B2281}"/>
              </a:ext>
            </a:extLst>
          </p:cNvPr>
          <p:cNvSpPr>
            <a:spLocks noGrp="1"/>
          </p:cNvSpPr>
          <p:nvPr>
            <p:ph type="ftr" sz="quarter" idx="15"/>
          </p:nvPr>
        </p:nvSpPr>
        <p:spPr/>
        <p:txBody>
          <a:bodyPr/>
          <a:lstStyle/>
          <a:p>
            <a:r>
              <a:rPr lang="en-US" dirty="0"/>
              <a:t>Annual Review</a:t>
            </a:r>
            <a:endParaRPr lang="en-US" b="0" dirty="0"/>
          </a:p>
        </p:txBody>
      </p:sp>
      <p:sp>
        <p:nvSpPr>
          <p:cNvPr id="6" name="Date Placeholder 3">
            <a:extLst>
              <a:ext uri="{FF2B5EF4-FFF2-40B4-BE49-F238E27FC236}">
                <a16:creationId xmlns:a16="http://schemas.microsoft.com/office/drawing/2014/main" id="{10A569B5-C0E0-B13D-812D-D5FA977913CF}"/>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hasCustomPrompt="1"/>
          </p:nvPr>
        </p:nvSpPr>
        <p:spPr>
          <a:xfrm>
            <a:off x="6096000" y="0"/>
            <a:ext cx="6096000" cy="6880543"/>
          </a:xfrm>
        </p:spPr>
        <p:txBody>
          <a:bodyPr tIns="182880"/>
          <a:lstStyle>
            <a:lvl1pPr marL="0" indent="0" algn="ctr">
              <a:buNone/>
              <a:defRPr/>
            </a:lvl1pPr>
          </a:lstStyle>
          <a:p>
            <a:r>
              <a:rPr lang="en-US" dirty="0"/>
              <a:t>Click to add picture</a:t>
            </a: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9D7C82-45D3-B736-77A1-FE479F1AD081}"/>
              </a:ext>
            </a:extLst>
          </p:cNvPr>
          <p:cNvSpPr>
            <a:spLocks noGrp="1"/>
          </p:cNvSpPr>
          <p:nvPr>
            <p:ph type="pic" sz="quarter" idx="13" hasCustomPrompt="1"/>
          </p:nvPr>
        </p:nvSpPr>
        <p:spPr>
          <a:xfrm>
            <a:off x="0" y="0"/>
            <a:ext cx="12191998" cy="6858000"/>
          </a:xfrm>
          <a:custGeom>
            <a:avLst/>
            <a:gdLst>
              <a:gd name="connsiteX0" fmla="*/ 7154721 w 12191998"/>
              <a:gd name="connsiteY0" fmla="*/ 3951843 h 6858000"/>
              <a:gd name="connsiteX1" fmla="*/ 7154721 w 12191998"/>
              <a:gd name="connsiteY1" fmla="*/ 4052427 h 6858000"/>
              <a:gd name="connsiteX2" fmla="*/ 9288321 w 12191998"/>
              <a:gd name="connsiteY2" fmla="*/ 4052427 h 6858000"/>
              <a:gd name="connsiteX3" fmla="*/ 9288321 w 12191998"/>
              <a:gd name="connsiteY3" fmla="*/ 3951843 h 6858000"/>
              <a:gd name="connsiteX4" fmla="*/ 0 w 12191998"/>
              <a:gd name="connsiteY4" fmla="*/ 0 h 6858000"/>
              <a:gd name="connsiteX5" fmla="*/ 12191998 w 12191998"/>
              <a:gd name="connsiteY5" fmla="*/ 0 h 6858000"/>
              <a:gd name="connsiteX6" fmla="*/ 12191998 w 12191998"/>
              <a:gd name="connsiteY6" fmla="*/ 6858000 h 6858000"/>
              <a:gd name="connsiteX7" fmla="*/ 0 w 1219199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8" h="6858000">
                <a:moveTo>
                  <a:pt x="7154721" y="3951843"/>
                </a:moveTo>
                <a:lnTo>
                  <a:pt x="7154721" y="4052427"/>
                </a:lnTo>
                <a:lnTo>
                  <a:pt x="9288321" y="4052427"/>
                </a:lnTo>
                <a:lnTo>
                  <a:pt x="9288321" y="3951843"/>
                </a:lnTo>
                <a:close/>
                <a:moveTo>
                  <a:pt x="0" y="0"/>
                </a:moveTo>
                <a:lnTo>
                  <a:pt x="12191998" y="0"/>
                </a:lnTo>
                <a:lnTo>
                  <a:pt x="12191998" y="6858000"/>
                </a:lnTo>
                <a:lnTo>
                  <a:pt x="0" y="6858000"/>
                </a:lnTo>
                <a:close/>
              </a:path>
            </a:pathLst>
          </a:custGeom>
          <a:solidFill>
            <a:schemeClr val="accent3">
              <a:lumMod val="75000"/>
            </a:schemeClr>
          </a:solidFill>
        </p:spPr>
        <p:txBody>
          <a:bodyPr wrap="square" tIns="274320">
            <a:noAutofit/>
          </a:bodyPr>
          <a:lstStyle>
            <a:lvl1pPr marL="0" indent="0" algn="ctr">
              <a:buNone/>
              <a:defRPr>
                <a:solidFill>
                  <a:schemeClr val="tx1"/>
                </a:solidFill>
              </a:defRPr>
            </a:lvl1pPr>
          </a:lstStyle>
          <a:p>
            <a:r>
              <a:rPr lang="en-US" dirty="0"/>
              <a:t>Click to add picture</a:t>
            </a:r>
          </a:p>
        </p:txBody>
      </p:sp>
      <p:grpSp>
        <p:nvGrpSpPr>
          <p:cNvPr id="22" name="Group 21">
            <a:extLst>
              <a:ext uri="{FF2B5EF4-FFF2-40B4-BE49-F238E27FC236}">
                <a16:creationId xmlns:a16="http://schemas.microsoft.com/office/drawing/2014/main" id="{F4CB38BE-0FF2-694C-AA3C-D73DBF7C332C}"/>
              </a:ext>
              <a:ext uri="{C183D7F6-B498-43B3-948B-1728B52AA6E4}">
                <adec:decorative xmlns:adec="http://schemas.microsoft.com/office/drawing/2017/decorative" val="1"/>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7193943" y="2092817"/>
            <a:ext cx="4941477" cy="1563483"/>
          </a:xfrm>
          <a:prstGeom prst="rect">
            <a:avLst/>
          </a:prstGeom>
        </p:spPr>
        <p:txBody>
          <a:bodyPr lIns="0" tIns="0" rIns="0" bIns="0" anchor="b" anchorCtr="0">
            <a:noAutofit/>
          </a:bodyPr>
          <a:lstStyle>
            <a:lvl1pPr>
              <a:defRPr sz="4100" b="1" i="0" baseline="0">
                <a:solidFill>
                  <a:schemeClr val="tx1"/>
                </a:solidFill>
                <a:latin typeface="+mj-lt"/>
              </a:defRPr>
            </a:lvl1pPr>
          </a:lstStyle>
          <a:p>
            <a:r>
              <a:rPr lang="en-US" dirty="0"/>
              <a:t>Click to add title </a:t>
            </a:r>
          </a:p>
        </p:txBody>
      </p:sp>
      <p:sp>
        <p:nvSpPr>
          <p:cNvPr id="5" name="Rectangle 4">
            <a:extLst>
              <a:ext uri="{FF2B5EF4-FFF2-40B4-BE49-F238E27FC236}">
                <a16:creationId xmlns:a16="http://schemas.microsoft.com/office/drawing/2014/main" id="{E81ED476-3924-7E52-1A9D-0E0424695B24}"/>
              </a:ext>
            </a:extLst>
          </p:cNvPr>
          <p:cNvSpPr/>
          <p:nvPr userDrawn="1"/>
        </p:nvSpPr>
        <p:spPr>
          <a:xfrm>
            <a:off x="7154721"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201169"/>
            <a:ext cx="10352810" cy="1288758"/>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hasCustomPrompt="1"/>
          </p:nvPr>
        </p:nvSpPr>
        <p:spPr>
          <a:xfrm>
            <a:off x="952500" y="1939108"/>
            <a:ext cx="10352810" cy="4110702"/>
          </a:xfrm>
        </p:spPr>
        <p:txBody>
          <a:bodyPr/>
          <a:lstStyle>
            <a:lvl1pPr>
              <a:defRPr>
                <a:solidFill>
                  <a:schemeClr val="bg1"/>
                </a:solidFill>
              </a:defRPr>
            </a:lvl1pPr>
          </a:lstStyle>
          <a:p>
            <a:r>
              <a:rPr lang="en-US" dirty="0"/>
              <a:t>Click to add chart</a:t>
            </a:r>
          </a:p>
        </p:txBody>
      </p:sp>
      <p:sp>
        <p:nvSpPr>
          <p:cNvPr id="5" name="Slide Number Placeholder 4">
            <a:extLst>
              <a:ext uri="{FF2B5EF4-FFF2-40B4-BE49-F238E27FC236}">
                <a16:creationId xmlns:a16="http://schemas.microsoft.com/office/drawing/2014/main" id="{C772CC63-C628-4456-9B92-DA4E670BAC0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D1578EA5-216B-41F7-80D1-9ED07FFDB66F}"/>
              </a:ext>
            </a:extLst>
          </p:cNvPr>
          <p:cNvSpPr>
            <a:spLocks noGrp="1"/>
          </p:cNvSpPr>
          <p:nvPr>
            <p:ph type="ftr" sz="quarter" idx="12"/>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7F404C10-744B-3A30-6A97-DEF88914AF8B}"/>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210313"/>
            <a:ext cx="10287000" cy="1279614"/>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hasCustomPrompt="1"/>
          </p:nvPr>
        </p:nvSpPr>
        <p:spPr>
          <a:xfrm>
            <a:off x="952500" y="2209800"/>
            <a:ext cx="10287000" cy="2593109"/>
          </a:xfrm>
        </p:spPr>
        <p:txBody>
          <a:bodyPr/>
          <a:lstStyle>
            <a:lvl1pPr>
              <a:defRPr/>
            </a:lvl1pPr>
          </a:lstStyle>
          <a:p>
            <a:r>
              <a:rPr lang="en-US" dirty="0"/>
              <a:t>Click to add table</a:t>
            </a:r>
          </a:p>
        </p:txBody>
      </p:sp>
      <p:sp>
        <p:nvSpPr>
          <p:cNvPr id="5" name="Slide Number Placeholder 4">
            <a:extLst>
              <a:ext uri="{FF2B5EF4-FFF2-40B4-BE49-F238E27FC236}">
                <a16:creationId xmlns:a16="http://schemas.microsoft.com/office/drawing/2014/main" id="{E69F7A1E-B7E2-4E9C-A66C-BCE08900C5F1}"/>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DB42D896-6ACC-40D7-8D8B-F9AF3E7DE1A1}"/>
              </a:ext>
            </a:extLst>
          </p:cNvPr>
          <p:cNvSpPr>
            <a:spLocks noGrp="1"/>
          </p:cNvSpPr>
          <p:nvPr>
            <p:ph type="ftr" sz="quarter" idx="12"/>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07A8E389-98BB-3534-2651-FEF1E37EBC6E}"/>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6ACB4ADD-D9F4-984E-B29D-A2CF6D19E810}"/>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9" name="Title 1">
            <a:extLst>
              <a:ext uri="{FF2B5EF4-FFF2-40B4-BE49-F238E27FC236}">
                <a16:creationId xmlns:a16="http://schemas.microsoft.com/office/drawing/2014/main" id="{A5C37098-CEB2-1E45-989B-3DD92F3B1A30}"/>
              </a:ext>
            </a:extLst>
          </p:cNvPr>
          <p:cNvSpPr>
            <a:spLocks noGrp="1"/>
          </p:cNvSpPr>
          <p:nvPr>
            <p:ph type="title" hasCustomPrompt="1"/>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pPr lvl="0"/>
            <a:r>
              <a:rPr lang="en-US" dirty="0"/>
              <a:t>Click to add text</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00165"/>
          </a:xfrm>
          <a:prstGeom prst="rect">
            <a:avLst/>
          </a:prstGeom>
          <a:noFill/>
        </p:spPr>
        <p:txBody>
          <a:bodyPr wrap="square" tIns="457200" bIns="0" rtlCol="0" anchor="b" anchorCtr="0">
            <a:noAutofit/>
          </a:bodyPr>
          <a:lstStyle/>
          <a:p>
            <a:r>
              <a:rPr lang="en-US" sz="20000" b="1" dirty="0">
                <a:solidFill>
                  <a:schemeClr val="bg1"/>
                </a:solidFill>
              </a:rPr>
              <a:t>“</a:t>
            </a: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3" name="Group 22">
            <a:extLst>
              <a:ext uri="{FF2B5EF4-FFF2-40B4-BE49-F238E27FC236}">
                <a16:creationId xmlns:a16="http://schemas.microsoft.com/office/drawing/2014/main" id="{EFD0B2D5-B3C2-D847-A220-86CB6A37E418}"/>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1" name="Title 1">
            <a:extLst>
              <a:ext uri="{FF2B5EF4-FFF2-40B4-BE49-F238E27FC236}">
                <a16:creationId xmlns:a16="http://schemas.microsoft.com/office/drawing/2014/main" id="{E2F20AFE-B282-5146-B0D6-F2FC1B6D303E}"/>
              </a:ext>
            </a:extLst>
          </p:cNvPr>
          <p:cNvSpPr>
            <a:spLocks noGrp="1"/>
          </p:cNvSpPr>
          <p:nvPr>
            <p:ph type="title" hasCustomPrompt="1"/>
          </p:nvPr>
        </p:nvSpPr>
        <p:spPr>
          <a:xfrm>
            <a:off x="964022" y="151023"/>
            <a:ext cx="10275477" cy="1338903"/>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62" name="Straight Connector 61">
            <a:extLst>
              <a:ext uri="{FF2B5EF4-FFF2-40B4-BE49-F238E27FC236}">
                <a16:creationId xmlns:a16="http://schemas.microsoft.com/office/drawing/2014/main" id="{F777D2F0-DE3F-8343-B97A-E7FA440532FD}"/>
              </a:ext>
              <a:ext uri="{C183D7F6-B498-43B3-948B-1728B52AA6E4}">
                <adec:decorative xmlns:adec="http://schemas.microsoft.com/office/drawing/2017/decorative" val="1"/>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hasCustomPrompt="1"/>
          </p:nvPr>
        </p:nvSpPr>
        <p:spPr>
          <a:xfrm>
            <a:off x="954268" y="2572883"/>
            <a:ext cx="2118245" cy="2037217"/>
          </a:xfrm>
          <a:prstGeom prst="rect">
            <a:avLst/>
          </a:prstGeom>
        </p:spPr>
        <p:txBody>
          <a:bodyPr>
            <a:normAutofit/>
          </a:bodyPr>
          <a:lstStyle>
            <a:lvl1pPr marL="0" indent="0" algn="ctr">
              <a:buNone/>
              <a:defRPr sz="1600"/>
            </a:lvl1pPr>
          </a:lstStyle>
          <a:p>
            <a:r>
              <a:rPr lang="en-US" dirty="0"/>
              <a:t>Click to add picture</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hasCustomPrompt="1"/>
          </p:nvPr>
        </p:nvSpPr>
        <p:spPr>
          <a:xfrm>
            <a:off x="952500" y="4823250"/>
            <a:ext cx="2133600" cy="456961"/>
          </a:xfrm>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hasCustomPrompt="1"/>
          </p:nvPr>
        </p:nvSpPr>
        <p:spPr>
          <a:xfrm>
            <a:off x="952500" y="5339379"/>
            <a:ext cx="2133600" cy="765586"/>
          </a:xfrm>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hasCustomPrompt="1"/>
          </p:nvPr>
        </p:nvSpPr>
        <p:spPr>
          <a:xfrm>
            <a:off x="3658280" y="2572883"/>
            <a:ext cx="2118245" cy="2037217"/>
          </a:xfrm>
          <a:prstGeom prst="rect">
            <a:avLst/>
          </a:prstGeom>
        </p:spPr>
        <p:txBody>
          <a:bodyPr>
            <a:normAutofit/>
          </a:bodyPr>
          <a:lstStyle>
            <a:lvl1pPr marL="0" indent="0" algn="ctr">
              <a:buNone/>
              <a:defRPr sz="1600"/>
            </a:lvl1pPr>
          </a:lstStyle>
          <a:p>
            <a:r>
              <a:rPr lang="en-US" dirty="0"/>
              <a:t>Click to add picture</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hasCustomPrompt="1"/>
          </p:nvPr>
        </p:nvSpPr>
        <p:spPr>
          <a:xfrm>
            <a:off x="3663042" y="4823250"/>
            <a:ext cx="2128157" cy="456961"/>
          </a:xfrm>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hasCustomPrompt="1"/>
          </p:nvPr>
        </p:nvSpPr>
        <p:spPr>
          <a:xfrm>
            <a:off x="3663042" y="5339379"/>
            <a:ext cx="2128157" cy="765586"/>
          </a:xfrm>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hasCustomPrompt="1"/>
          </p:nvPr>
        </p:nvSpPr>
        <p:spPr>
          <a:xfrm>
            <a:off x="6362292" y="2572883"/>
            <a:ext cx="2118245" cy="2037217"/>
          </a:xfrm>
          <a:prstGeom prst="rect">
            <a:avLst/>
          </a:prstGeom>
        </p:spPr>
        <p:txBody>
          <a:bodyPr>
            <a:normAutofit/>
          </a:bodyPr>
          <a:lstStyle>
            <a:lvl1pPr marL="0" indent="0" algn="ctr">
              <a:buNone/>
              <a:defRPr sz="1600"/>
            </a:lvl1pPr>
          </a:lstStyle>
          <a:p>
            <a:r>
              <a:rPr lang="en-US" dirty="0"/>
              <a:t>Click to add picture</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hasCustomPrompt="1"/>
          </p:nvPr>
        </p:nvSpPr>
        <p:spPr>
          <a:xfrm>
            <a:off x="6367054" y="4823250"/>
            <a:ext cx="2129245" cy="456961"/>
          </a:xfrm>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hasCustomPrompt="1"/>
          </p:nvPr>
        </p:nvSpPr>
        <p:spPr>
          <a:xfrm>
            <a:off x="6367054" y="5339379"/>
            <a:ext cx="2129245" cy="765586"/>
          </a:xfrm>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hasCustomPrompt="1"/>
          </p:nvPr>
        </p:nvSpPr>
        <p:spPr>
          <a:xfrm>
            <a:off x="9112023" y="2572883"/>
            <a:ext cx="2118245" cy="2037217"/>
          </a:xfrm>
          <a:prstGeom prst="rect">
            <a:avLst/>
          </a:prstGeom>
        </p:spPr>
        <p:txBody>
          <a:bodyPr>
            <a:normAutofit/>
          </a:bodyPr>
          <a:lstStyle>
            <a:lvl1pPr marL="0" indent="0" algn="ctr">
              <a:buNone/>
              <a:defRPr sz="1600"/>
            </a:lvl1pPr>
          </a:lstStyle>
          <a:p>
            <a:r>
              <a:rPr lang="en-US" dirty="0"/>
              <a:t>Click to add picture</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hasCustomPrompt="1"/>
          </p:nvPr>
        </p:nvSpPr>
        <p:spPr>
          <a:xfrm>
            <a:off x="9110254" y="4823250"/>
            <a:ext cx="2129245" cy="456961"/>
          </a:xfrm>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hasCustomPrompt="1"/>
          </p:nvPr>
        </p:nvSpPr>
        <p:spPr>
          <a:xfrm>
            <a:off x="9110254" y="5339379"/>
            <a:ext cx="2129245" cy="765586"/>
          </a:xfrm>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5" name="Slide Number Placeholder 4">
            <a:extLst>
              <a:ext uri="{FF2B5EF4-FFF2-40B4-BE49-F238E27FC236}">
                <a16:creationId xmlns:a16="http://schemas.microsoft.com/office/drawing/2014/main" id="{705A1C65-B00C-4CA4-83B6-3DFA3DF96296}"/>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7DE0184F-2619-4333-B49F-C7ACE8B2C3A6}"/>
              </a:ext>
            </a:extLst>
          </p:cNvPr>
          <p:cNvSpPr>
            <a:spLocks noGrp="1"/>
          </p:cNvSpPr>
          <p:nvPr>
            <p:ph type="ftr" sz="quarter" idx="33"/>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5BEE3F78-D640-47E6-F461-2CF028EAD0E3}"/>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205247"/>
            <a:ext cx="10169152" cy="1284679"/>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21" name="Straight Connector 20">
            <a:extLst>
              <a:ext uri="{FF2B5EF4-FFF2-40B4-BE49-F238E27FC236}">
                <a16:creationId xmlns:a16="http://schemas.microsoft.com/office/drawing/2014/main" id="{040046AF-E5BF-854D-9986-7C3019770FE7}"/>
              </a:ext>
              <a:ext uri="{C183D7F6-B498-43B3-948B-1728B52AA6E4}">
                <adec:decorative xmlns:adec="http://schemas.microsoft.com/office/drawing/2017/decorative" val="1"/>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 uri="{C183D7F6-B498-43B3-948B-1728B52AA6E4}">
                <adec:decorative xmlns:adec="http://schemas.microsoft.com/office/drawing/2017/decorative" val="1"/>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 uri="{C183D7F6-B498-43B3-948B-1728B52AA6E4}">
                <adec:decorative xmlns:adec="http://schemas.microsoft.com/office/drawing/2017/decorative" val="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 uri="{C183D7F6-B498-43B3-948B-1728B52AA6E4}">
                <adec:decorative xmlns:adec="http://schemas.microsoft.com/office/drawing/2017/decorative" val="1"/>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340167"/>
            <a:ext cx="2133600" cy="546841"/>
          </a:xfrm>
          <a:ln>
            <a:noFill/>
          </a:ln>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646184"/>
          </a:xfrm>
          <a:ln>
            <a:noFill/>
          </a:ln>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473389"/>
            <a:ext cx="2133600" cy="546841"/>
          </a:xfrm>
          <a:ln>
            <a:noFill/>
          </a:ln>
        </p:spPr>
        <p:txBody>
          <a:bodyPr vert="horz" lIns="0" tIns="0" rIns="0" bIns="0" rtlCol="0" anchor="ctr" anchorCtr="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lvl="0"/>
            <a:r>
              <a:rPr lang="en-US" dirty="0"/>
              <a:t>Click to add text</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60433"/>
            <a:ext cx="2133600" cy="646184"/>
          </a:xfrm>
          <a:ln>
            <a:noFill/>
          </a:ln>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340167"/>
            <a:ext cx="2133600" cy="546841"/>
          </a:xfrm>
          <a:ln>
            <a:noFill/>
          </a:ln>
        </p:spPr>
        <p:txBody>
          <a:bodyPr lIns="0" tIns="0" rIns="0" bIns="0" anchor="ctr" anchorCtr="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dirty="0"/>
              <a:t>Click to add text</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646184"/>
          </a:xfrm>
          <a:ln>
            <a:noFill/>
          </a:ln>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473389"/>
            <a:ext cx="2133600" cy="546841"/>
          </a:xfrm>
          <a:ln>
            <a:noFill/>
          </a:ln>
        </p:spPr>
        <p:txBody>
          <a:bodyPr vert="horz" lIns="0" tIns="0" rIns="0" bIns="0" rtlCol="0" anchor="ctr" anchorCtr="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lvl="0"/>
            <a:r>
              <a:rPr lang="en-US" dirty="0"/>
              <a:t>Click to add text</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60433"/>
            <a:ext cx="2133600" cy="646184"/>
          </a:xfrm>
          <a:ln>
            <a:noFill/>
          </a:ln>
        </p:spPr>
        <p:txBody>
          <a:bodyPr lIns="0" tIns="0" rIns="0" bIns="0">
            <a:norm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8" name="Straight Connector 7">
            <a:extLst>
              <a:ext uri="{FF2B5EF4-FFF2-40B4-BE49-F238E27FC236}">
                <a16:creationId xmlns:a16="http://schemas.microsoft.com/office/drawing/2014/main" id="{4CE2724A-BCA1-604F-9D18-BF05746408C2}"/>
              </a:ext>
              <a:ext uri="{C183D7F6-B498-43B3-948B-1728B52AA6E4}">
                <adec:decorative xmlns:adec="http://schemas.microsoft.com/office/drawing/2017/decorative" val="1"/>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 uri="{C183D7F6-B498-43B3-948B-1728B52AA6E4}">
                <adec:decorative xmlns:adec="http://schemas.microsoft.com/office/drawing/2017/decorative" val="1"/>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 uri="{C183D7F6-B498-43B3-948B-1728B52AA6E4}">
                <adec:decorative xmlns:adec="http://schemas.microsoft.com/office/drawing/2017/decorative" val="1"/>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 uri="{C183D7F6-B498-43B3-948B-1728B52AA6E4}">
                <adec:decorative xmlns:adec="http://schemas.microsoft.com/office/drawing/2017/decorative" val="1"/>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 uri="{C183D7F6-B498-43B3-948B-1728B52AA6E4}">
                <adec:decorative xmlns:adec="http://schemas.microsoft.com/office/drawing/2017/decorative" val="1"/>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7373856F-38E9-4BBF-93D8-0F8AC2E0E6C7}"/>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FF46DFD4-BF8C-4939-874D-85B7DF956768}"/>
              </a:ext>
            </a:extLst>
          </p:cNvPr>
          <p:cNvSpPr>
            <a:spLocks noGrp="1"/>
          </p:cNvSpPr>
          <p:nvPr>
            <p:ph type="ftr" sz="quarter" idx="37"/>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F3C5F14A-2BEC-E1E4-FD6D-B181CD598ED6}"/>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964023" y="141475"/>
            <a:ext cx="10163506" cy="1348451"/>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cxnSp>
        <p:nvCxnSpPr>
          <p:cNvPr id="33" name="Straight Connector 32">
            <a:extLst>
              <a:ext uri="{FF2B5EF4-FFF2-40B4-BE49-F238E27FC236}">
                <a16:creationId xmlns:a16="http://schemas.microsoft.com/office/drawing/2014/main" id="{51DEB652-BD6A-BD41-B85E-704D2C41A1C4}"/>
              </a:ext>
              <a:ext uri="{C183D7F6-B498-43B3-948B-1728B52AA6E4}">
                <adec:decorative xmlns:adec="http://schemas.microsoft.com/office/drawing/2017/decorative" val="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hasCustomPrompt="1"/>
          </p:nvPr>
        </p:nvSpPr>
        <p:spPr>
          <a:xfrm>
            <a:off x="964023" y="2185427"/>
            <a:ext cx="4827178" cy="584667"/>
          </a:xfrm>
          <a:prstGeom prst="rect">
            <a:avLst/>
          </a:prstGeom>
        </p:spPr>
        <p:txBody>
          <a:bodyPr lIns="0" tIns="0" rIns="0" bIns="0" anchor="ctr" anchorCtr="0">
            <a:no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hasCustomPrompt="1"/>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add text</a:t>
            </a:r>
          </a:p>
        </p:txBody>
      </p:sp>
      <p:cxnSp>
        <p:nvCxnSpPr>
          <p:cNvPr id="15" name="Straight Connector 14">
            <a:extLst>
              <a:ext uri="{FF2B5EF4-FFF2-40B4-BE49-F238E27FC236}">
                <a16:creationId xmlns:a16="http://schemas.microsoft.com/office/drawing/2014/main" id="{ED51C063-0222-064B-8A2E-485FE9EAC10D}"/>
              </a:ext>
              <a:ext uri="{C183D7F6-B498-43B3-948B-1728B52AA6E4}">
                <adec:decorative xmlns:adec="http://schemas.microsoft.com/office/drawing/2017/decorative" val="1"/>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hasCustomPrompt="1"/>
          </p:nvPr>
        </p:nvSpPr>
        <p:spPr>
          <a:xfrm>
            <a:off x="6362700" y="2185427"/>
            <a:ext cx="4764829" cy="584667"/>
          </a:xfrm>
          <a:prstGeom prst="rect">
            <a:avLst/>
          </a:prstGeom>
        </p:spPr>
        <p:txBody>
          <a:bodyPr lIns="0" tIns="0" rIns="0" bIns="0" anchor="ctr" anchorCtr="0">
            <a:no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hasCustomPrompt="1"/>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add text</a:t>
            </a:r>
          </a:p>
        </p:txBody>
      </p:sp>
      <p:sp>
        <p:nvSpPr>
          <p:cNvPr id="5" name="Slide Number Placeholder 4">
            <a:extLst>
              <a:ext uri="{FF2B5EF4-FFF2-40B4-BE49-F238E27FC236}">
                <a16:creationId xmlns:a16="http://schemas.microsoft.com/office/drawing/2014/main" id="{FF8F140D-2B48-4E31-9E97-08B68ABBAC1E}"/>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D2060DA6-6E6F-47BF-9680-1B030F525DD2}"/>
              </a:ext>
            </a:extLst>
          </p:cNvPr>
          <p:cNvSpPr>
            <a:spLocks noGrp="1"/>
          </p:cNvSpPr>
          <p:nvPr>
            <p:ph type="ftr" sz="quarter" idx="15"/>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80FEE6CB-7A68-C30C-38DD-5D9B336CEAD4}"/>
              </a:ext>
            </a:extLst>
          </p:cNvPr>
          <p:cNvSpPr>
            <a:spLocks noGrp="1"/>
          </p:cNvSpPr>
          <p:nvPr>
            <p:ph type="dt" sz="half" idx="17"/>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964023" y="119553"/>
            <a:ext cx="10259471" cy="1370373"/>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cxnSp>
        <p:nvCxnSpPr>
          <p:cNvPr id="33" name="Straight Connector 32">
            <a:extLst>
              <a:ext uri="{FF2B5EF4-FFF2-40B4-BE49-F238E27FC236}">
                <a16:creationId xmlns:a16="http://schemas.microsoft.com/office/drawing/2014/main" id="{51DEB652-BD6A-BD41-B85E-704D2C41A1C4}"/>
              </a:ext>
              <a:ext uri="{C183D7F6-B498-43B3-948B-1728B52AA6E4}">
                <adec:decorative xmlns:adec="http://schemas.microsoft.com/office/drawing/2017/decorative" val="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hasCustomPrompt="1"/>
          </p:nvPr>
        </p:nvSpPr>
        <p:spPr>
          <a:xfrm>
            <a:off x="952500" y="2143615"/>
            <a:ext cx="3036477" cy="578687"/>
          </a:xfrm>
          <a:prstGeom prst="rect">
            <a:avLst/>
          </a:prstGeom>
        </p:spPr>
        <p:txBody>
          <a:bodyPr vert="horz" lIns="0" tIns="0" rIns="0" bIns="0" rtlCol="0" anchor="ctr" anchorCtr="0">
            <a:no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hasCustomPrompt="1"/>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add text</a:t>
            </a:r>
          </a:p>
        </p:txBody>
      </p:sp>
      <p:cxnSp>
        <p:nvCxnSpPr>
          <p:cNvPr id="26" name="Straight Connector 25">
            <a:extLst>
              <a:ext uri="{FF2B5EF4-FFF2-40B4-BE49-F238E27FC236}">
                <a16:creationId xmlns:a16="http://schemas.microsoft.com/office/drawing/2014/main" id="{9F0C4CE5-5F02-B143-8FD1-1B235D270DAC}"/>
              </a:ext>
              <a:ext uri="{C183D7F6-B498-43B3-948B-1728B52AA6E4}">
                <adec:decorative xmlns:adec="http://schemas.microsoft.com/office/drawing/2017/decorative" val="1"/>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hasCustomPrompt="1"/>
          </p:nvPr>
        </p:nvSpPr>
        <p:spPr>
          <a:xfrm>
            <a:off x="4569372" y="2143615"/>
            <a:ext cx="3036477" cy="578687"/>
          </a:xfrm>
          <a:prstGeom prst="rect">
            <a:avLst/>
          </a:prstGeom>
        </p:spPr>
        <p:txBody>
          <a:bodyPr vert="horz" lIns="0" tIns="0" rIns="0" bIns="0" rtlCol="0" anchor="ctr" anchorCtr="0">
            <a:no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hasCustomPrompt="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add text</a:t>
            </a:r>
          </a:p>
        </p:txBody>
      </p:sp>
      <p:cxnSp>
        <p:nvCxnSpPr>
          <p:cNvPr id="28" name="Straight Connector 27">
            <a:extLst>
              <a:ext uri="{FF2B5EF4-FFF2-40B4-BE49-F238E27FC236}">
                <a16:creationId xmlns:a16="http://schemas.microsoft.com/office/drawing/2014/main" id="{289A8C14-DB28-F34E-8098-168D4C75AF23}"/>
              </a:ext>
              <a:ext uri="{C183D7F6-B498-43B3-948B-1728B52AA6E4}">
                <adec:decorative xmlns:adec="http://schemas.microsoft.com/office/drawing/2017/decorative" val="1"/>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hasCustomPrompt="1"/>
          </p:nvPr>
        </p:nvSpPr>
        <p:spPr>
          <a:xfrm>
            <a:off x="8187017" y="2143615"/>
            <a:ext cx="3036477" cy="578687"/>
          </a:xfrm>
          <a:prstGeom prst="rect">
            <a:avLst/>
          </a:prstGeom>
        </p:spPr>
        <p:txBody>
          <a:bodyPr vert="horz" lIns="0" tIns="0" rIns="0" bIns="0" rtlCol="0" anchor="ctr" anchorCtr="0">
            <a:no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hasCustomPrompt="1"/>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dirty="0"/>
              <a:t>Click to add text</a:t>
            </a:r>
          </a:p>
        </p:txBody>
      </p:sp>
      <p:sp>
        <p:nvSpPr>
          <p:cNvPr id="5" name="Slide Number Placeholder 4">
            <a:extLst>
              <a:ext uri="{FF2B5EF4-FFF2-40B4-BE49-F238E27FC236}">
                <a16:creationId xmlns:a16="http://schemas.microsoft.com/office/drawing/2014/main" id="{7BA139CE-3E4D-4224-B157-2D29EC10FE40}"/>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
        <p:nvSpPr>
          <p:cNvPr id="4" name="Footer Placeholder 3">
            <a:extLst>
              <a:ext uri="{FF2B5EF4-FFF2-40B4-BE49-F238E27FC236}">
                <a16:creationId xmlns:a16="http://schemas.microsoft.com/office/drawing/2014/main" id="{9A79B87D-E8CF-49AE-9326-2FEED2392F09}"/>
              </a:ext>
            </a:extLst>
          </p:cNvPr>
          <p:cNvSpPr>
            <a:spLocks noGrp="1"/>
          </p:cNvSpPr>
          <p:nvPr>
            <p:ph type="ftr" sz="quarter" idx="15"/>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F1E69DAA-34F6-FC8E-3187-DACC516CCFB9}"/>
              </a:ext>
            </a:extLst>
          </p:cNvPr>
          <p:cNvSpPr>
            <a:spLocks noGrp="1"/>
          </p:cNvSpPr>
          <p:nvPr>
            <p:ph type="dt" sz="half" idx="17"/>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47A1EE0-4011-3749-B01C-FC489EEDF880}"/>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964023" y="160385"/>
            <a:ext cx="10274324" cy="1329541"/>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cxnSp>
        <p:nvCxnSpPr>
          <p:cNvPr id="33" name="Straight Connector 32">
            <a:extLst>
              <a:ext uri="{FF2B5EF4-FFF2-40B4-BE49-F238E27FC236}">
                <a16:creationId xmlns:a16="http://schemas.microsoft.com/office/drawing/2014/main" id="{51DEB652-BD6A-BD41-B85E-704D2C41A1C4}"/>
              </a:ext>
              <a:ext uri="{C183D7F6-B498-43B3-948B-1728B52AA6E4}">
                <adec:decorative xmlns:adec="http://schemas.microsoft.com/office/drawing/2017/decorative" val="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hasCustomPrompt="1"/>
          </p:nvPr>
        </p:nvSpPr>
        <p:spPr>
          <a:xfrm>
            <a:off x="952500" y="2303930"/>
            <a:ext cx="4838700" cy="315915"/>
          </a:xfrm>
        </p:spPr>
        <p:txBody>
          <a:bodyPr anchor="ctr" anchorCtr="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add text</a:t>
            </a:r>
          </a:p>
        </p:txBody>
      </p: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hasCustomPrompt="1"/>
          </p:nvPr>
        </p:nvSpPr>
        <p:spPr>
          <a:xfrm>
            <a:off x="952500" y="2656903"/>
            <a:ext cx="4838700" cy="705363"/>
          </a:xfrm>
        </p:spPr>
        <p:txBody>
          <a:bodyPr>
            <a:normAutofit/>
          </a:bodyPr>
          <a:lstStyle>
            <a:lvl1pPr marL="0" indent="0">
              <a:buNone/>
              <a:defRPr sz="1600">
                <a:latin typeface="+mn-lt"/>
              </a:defRPr>
            </a:lvl1pPr>
          </a:lstStyle>
          <a:p>
            <a:pPr lvl="0"/>
            <a:r>
              <a:rPr lang="en-US" dirty="0"/>
              <a:t>Click to add text</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hasCustomPrompt="1"/>
          </p:nvPr>
        </p:nvSpPr>
        <p:spPr>
          <a:xfrm>
            <a:off x="953655" y="3488872"/>
            <a:ext cx="4838700" cy="315915"/>
          </a:xfrm>
        </p:spPr>
        <p:txBody>
          <a:bodyPr anchor="ctr" anchorCtr="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add text</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hasCustomPrompt="1"/>
          </p:nvPr>
        </p:nvSpPr>
        <p:spPr>
          <a:xfrm>
            <a:off x="953655" y="3841846"/>
            <a:ext cx="4838700" cy="770076"/>
          </a:xfrm>
        </p:spPr>
        <p:txBody>
          <a:bodyPr>
            <a:normAutofit/>
          </a:bodyPr>
          <a:lstStyle>
            <a:lvl1pPr marL="0" indent="0">
              <a:buNone/>
              <a:defRPr sz="1600">
                <a:latin typeface="+mn-lt"/>
              </a:defRPr>
            </a:lvl1pPr>
          </a:lstStyle>
          <a:p>
            <a:pPr lvl="0"/>
            <a:r>
              <a:rPr lang="en-US" dirty="0"/>
              <a:t>Click to add text</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hasCustomPrompt="1"/>
          </p:nvPr>
        </p:nvSpPr>
        <p:spPr>
          <a:xfrm>
            <a:off x="952500" y="4664927"/>
            <a:ext cx="4838700" cy="315915"/>
          </a:xfrm>
        </p:spPr>
        <p:txBody>
          <a:bodyPr anchor="ctr" anchorCtr="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add text</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hasCustomPrompt="1"/>
          </p:nvPr>
        </p:nvSpPr>
        <p:spPr>
          <a:xfrm>
            <a:off x="952500" y="5017901"/>
            <a:ext cx="4838700" cy="908340"/>
          </a:xfrm>
        </p:spPr>
        <p:txBody>
          <a:bodyPr>
            <a:normAutofit/>
          </a:bodyPr>
          <a:lstStyle>
            <a:lvl1pPr marL="0" indent="0">
              <a:buNone/>
              <a:defRPr sz="1600">
                <a:latin typeface="+mn-lt"/>
              </a:defRPr>
            </a:lvl1pPr>
          </a:lstStyle>
          <a:p>
            <a:pPr lvl="0"/>
            <a:r>
              <a:rPr lang="en-US" dirty="0"/>
              <a:t>Click to add text</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hasCustomPrompt="1"/>
          </p:nvPr>
        </p:nvSpPr>
        <p:spPr>
          <a:xfrm>
            <a:off x="6399647" y="2303930"/>
            <a:ext cx="4838700" cy="315915"/>
          </a:xfrm>
        </p:spPr>
        <p:txBody>
          <a:bodyPr anchor="ctr" anchorCtr="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add text</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hasCustomPrompt="1"/>
          </p:nvPr>
        </p:nvSpPr>
        <p:spPr>
          <a:xfrm>
            <a:off x="6399647" y="2656903"/>
            <a:ext cx="4838700" cy="705363"/>
          </a:xfrm>
        </p:spPr>
        <p:txBody>
          <a:bodyPr>
            <a:normAutofit/>
          </a:bodyPr>
          <a:lstStyle>
            <a:lvl1pPr marL="0" indent="0">
              <a:buNone/>
              <a:defRPr sz="1600">
                <a:latin typeface="+mn-lt"/>
              </a:defRPr>
            </a:lvl1pPr>
          </a:lstStyle>
          <a:p>
            <a:pPr lvl="0"/>
            <a:r>
              <a:rPr lang="en-US" dirty="0"/>
              <a:t>Click to add text</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hasCustomPrompt="1"/>
          </p:nvPr>
        </p:nvSpPr>
        <p:spPr>
          <a:xfrm>
            <a:off x="6399647" y="3488872"/>
            <a:ext cx="4838700" cy="315915"/>
          </a:xfrm>
        </p:spPr>
        <p:txBody>
          <a:bodyPr anchor="ctr" anchorCtr="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dirty="0"/>
              <a:t>Click to add text</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hasCustomPrompt="1"/>
          </p:nvPr>
        </p:nvSpPr>
        <p:spPr>
          <a:xfrm>
            <a:off x="6399647" y="3841846"/>
            <a:ext cx="4838700" cy="908340"/>
          </a:xfrm>
        </p:spPr>
        <p:txBody>
          <a:bodyPr>
            <a:normAutofit/>
          </a:bodyPr>
          <a:lstStyle>
            <a:lvl1pPr marL="0" indent="0">
              <a:buNone/>
              <a:defRPr sz="1600">
                <a:latin typeface="+mn-lt"/>
              </a:defRPr>
            </a:lvl1pPr>
          </a:lstStyle>
          <a:p>
            <a:pPr lvl="0"/>
            <a:r>
              <a:rPr lang="en-US" dirty="0"/>
              <a:t>Click to add text</a:t>
            </a:r>
          </a:p>
        </p:txBody>
      </p:sp>
      <p:sp>
        <p:nvSpPr>
          <p:cNvPr id="7" name="Slide Number Placeholder 6">
            <a:extLst>
              <a:ext uri="{FF2B5EF4-FFF2-40B4-BE49-F238E27FC236}">
                <a16:creationId xmlns:a16="http://schemas.microsoft.com/office/drawing/2014/main" id="{F636E9EA-D950-424A-BC92-F6794D6E5D67}"/>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
        <p:nvSpPr>
          <p:cNvPr id="6" name="Footer Placeholder 5">
            <a:extLst>
              <a:ext uri="{FF2B5EF4-FFF2-40B4-BE49-F238E27FC236}">
                <a16:creationId xmlns:a16="http://schemas.microsoft.com/office/drawing/2014/main" id="{2DBF2453-9E16-47FE-A8ED-4661246DE597}"/>
              </a:ext>
            </a:extLst>
          </p:cNvPr>
          <p:cNvSpPr>
            <a:spLocks noGrp="1"/>
          </p:cNvSpPr>
          <p:nvPr>
            <p:ph type="ftr" sz="quarter" idx="22"/>
          </p:nvPr>
        </p:nvSpPr>
        <p:spPr/>
        <p:txBody>
          <a:bodyPr/>
          <a:lstStyle/>
          <a:p>
            <a:r>
              <a:rPr lang="en-US" dirty="0"/>
              <a:t>Annual Review</a:t>
            </a:r>
            <a:endParaRPr lang="en-US" b="0" dirty="0"/>
          </a:p>
        </p:txBody>
      </p:sp>
      <p:sp>
        <p:nvSpPr>
          <p:cNvPr id="2" name="Date Placeholder 3">
            <a:extLst>
              <a:ext uri="{FF2B5EF4-FFF2-40B4-BE49-F238E27FC236}">
                <a16:creationId xmlns:a16="http://schemas.microsoft.com/office/drawing/2014/main" id="{051AB775-D834-FE78-61E7-1D421831F035}"/>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FFEF81ED-50DF-3946-87D9-407C13C3CE9F}"/>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26" name="Title 1">
            <a:extLst>
              <a:ext uri="{FF2B5EF4-FFF2-40B4-BE49-F238E27FC236}">
                <a16:creationId xmlns:a16="http://schemas.microsoft.com/office/drawing/2014/main" id="{E29321F6-59C5-6E4C-A846-6AD00848A444}"/>
              </a:ext>
            </a:extLst>
          </p:cNvPr>
          <p:cNvSpPr>
            <a:spLocks noGrp="1"/>
          </p:cNvSpPr>
          <p:nvPr>
            <p:ph type="title" hasCustomPrompt="1"/>
          </p:nvPr>
        </p:nvSpPr>
        <p:spPr>
          <a:xfrm>
            <a:off x="6896100" y="398440"/>
            <a:ext cx="4903377" cy="2386081"/>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hasCustomPrompt="1"/>
          </p:nvPr>
        </p:nvSpPr>
        <p:spPr>
          <a:xfrm>
            <a:off x="6896100" y="3591098"/>
            <a:ext cx="4903377" cy="1506973"/>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hasCustomPrompt="1"/>
          </p:nvPr>
        </p:nvSpPr>
        <p:spPr>
          <a:xfrm>
            <a:off x="0" y="0"/>
            <a:ext cx="6096000" cy="6858000"/>
          </a:xfrm>
        </p:spPr>
        <p:txBody>
          <a:bodyPr tIns="365760"/>
          <a:lstStyle>
            <a:lvl1pPr marL="0" indent="0" algn="ctr">
              <a:buNone/>
              <a:defRPr/>
            </a:lvl1pPr>
          </a:lstStyle>
          <a:p>
            <a:r>
              <a:rPr lang="en-US" dirty="0"/>
              <a:t>Click to add picture</a:t>
            </a:r>
          </a:p>
        </p:txBody>
      </p:sp>
      <p:cxnSp>
        <p:nvCxnSpPr>
          <p:cNvPr id="27" name="Straight Connector 26">
            <a:extLst>
              <a:ext uri="{FF2B5EF4-FFF2-40B4-BE49-F238E27FC236}">
                <a16:creationId xmlns:a16="http://schemas.microsoft.com/office/drawing/2014/main" id="{AB5C3BF3-A164-DD48-BD02-4587489DA105}"/>
              </a:ext>
              <a:ext uri="{C183D7F6-B498-43B3-948B-1728B52AA6E4}">
                <adec:decorative xmlns:adec="http://schemas.microsoft.com/office/drawing/2017/decorative" val="1"/>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hasCustomPrompt="1"/>
          </p:nvPr>
        </p:nvSpPr>
        <p:spPr>
          <a:xfrm>
            <a:off x="6896100" y="5155853"/>
            <a:ext cx="4914900" cy="806659"/>
          </a:xfrm>
        </p:spPr>
        <p:txBody>
          <a:bodyPr lIns="0" tIns="0" rIns="0" bIns="0" anchor="ctr" anchorCtr="0">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B9673-AC7F-4F1F-84E4-F0E5EAAE106D}" type="datetime1">
              <a:rPr lang="en-US" smtClean="0"/>
              <a:pPr/>
              <a:t>1/24/2024</a:t>
            </a:fld>
            <a:endParaRPr lang="en-US" dirty="0"/>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9CD8D479-8942-46E8-A226-A4E01F7A105C}" type="slidenum">
              <a:rPr lang="en-US" smtClean="0"/>
              <a:t>‹#›</a:t>
            </a:fld>
            <a:endParaRPr lang="en-US"/>
          </a:p>
        </p:txBody>
      </p:sp>
    </p:spTree>
    <p:extLst>
      <p:ext uri="{BB962C8B-B14F-4D97-AF65-F5344CB8AC3E}">
        <p14:creationId xmlns:p14="http://schemas.microsoft.com/office/powerpoint/2010/main" val="4204963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r>
              <a:rPr lang="en-US"/>
              <a:t>September 3, 20XX</a:t>
            </a:r>
            <a:endParaRPr lang="en-US" dirty="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dirty="0"/>
              <a:t>Annual Review</a:t>
            </a:r>
            <a:endParaRPr lang="en-US" b="0"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 id="2147483694" r:id="rId14"/>
  </p:sldLayoutIdLst>
  <p:hf hdr="0" dt="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6236425" y="1007706"/>
            <a:ext cx="5491571" cy="1512152"/>
          </a:xfrm>
        </p:spPr>
        <p:txBody>
          <a:bodyPr/>
          <a:lstStyle/>
          <a:p>
            <a:r>
              <a:rPr lang="en-US" sz="8800" dirty="0">
                <a:latin typeface="Microsoft Himalaya" panose="01010100010101010101" pitchFamily="2" charset="0"/>
                <a:ea typeface="Microsoft Himalaya" panose="01010100010101010101" pitchFamily="2" charset="0"/>
                <a:cs typeface="Microsoft Himalaya" panose="01010100010101010101" pitchFamily="2" charset="0"/>
              </a:rPr>
              <a:t>Smart Farming</a:t>
            </a:r>
          </a:p>
        </p:txBody>
      </p:sp>
      <p:sp>
        <p:nvSpPr>
          <p:cNvPr id="8" name="Text Placeholder 7">
            <a:extLst>
              <a:ext uri="{FF2B5EF4-FFF2-40B4-BE49-F238E27FC236}">
                <a16:creationId xmlns:a16="http://schemas.microsoft.com/office/drawing/2014/main" id="{49DECE79-AD61-F5C2-DA33-395A70FEE87E}"/>
              </a:ext>
            </a:extLst>
          </p:cNvPr>
          <p:cNvSpPr>
            <a:spLocks noGrp="1"/>
          </p:cNvSpPr>
          <p:nvPr>
            <p:ph type="body" sz="quarter" idx="11"/>
          </p:nvPr>
        </p:nvSpPr>
        <p:spPr>
          <a:xfrm>
            <a:off x="6367055" y="4549554"/>
            <a:ext cx="3999255" cy="675590"/>
          </a:xfrm>
        </p:spPr>
        <p:txBody>
          <a:bodyPr>
            <a:normAutofit/>
          </a:bodyPr>
          <a:lstStyle/>
          <a:p>
            <a:r>
              <a:rPr lang="en-US" sz="2800" dirty="0">
                <a:solidFill>
                  <a:schemeClr val="accent3">
                    <a:lumMod val="50000"/>
                  </a:schemeClr>
                </a:solidFill>
                <a:latin typeface="Cambria" panose="02040503050406030204" pitchFamily="18" charset="0"/>
                <a:ea typeface="Cambria" panose="02040503050406030204" pitchFamily="18" charset="0"/>
              </a:rPr>
              <a:t>TEAM : CREEDORIAN</a:t>
            </a:r>
            <a:endParaRPr lang="en-IN" sz="2800" dirty="0">
              <a:solidFill>
                <a:schemeClr val="accent3">
                  <a:lumMod val="50000"/>
                </a:schemeClr>
              </a:solidFill>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0696D69C-90AA-90DE-1B61-E17CF1993A13}"/>
              </a:ext>
            </a:extLst>
          </p:cNvPr>
          <p:cNvSpPr txBox="1"/>
          <p:nvPr/>
        </p:nvSpPr>
        <p:spPr>
          <a:xfrm>
            <a:off x="7240556" y="2135137"/>
            <a:ext cx="2724538" cy="769441"/>
          </a:xfrm>
          <a:prstGeom prst="rect">
            <a:avLst/>
          </a:prstGeom>
          <a:noFill/>
        </p:spPr>
        <p:txBody>
          <a:bodyPr wrap="square" rtlCol="0">
            <a:spAutoFit/>
          </a:bodyPr>
          <a:lstStyle/>
          <a:p>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US" sz="4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2023 - 2024</a:t>
            </a:r>
            <a:endParaRPr lang="en-IN" sz="4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3" name="TextBox 2">
            <a:extLst>
              <a:ext uri="{FF2B5EF4-FFF2-40B4-BE49-F238E27FC236}">
                <a16:creationId xmlns:a16="http://schemas.microsoft.com/office/drawing/2014/main" id="{90ECEB86-AD11-7358-07C5-1C3E4442A100}"/>
              </a:ext>
            </a:extLst>
          </p:cNvPr>
          <p:cNvSpPr txBox="1"/>
          <p:nvPr/>
        </p:nvSpPr>
        <p:spPr>
          <a:xfrm>
            <a:off x="9769151" y="5850294"/>
            <a:ext cx="4058816" cy="923330"/>
          </a:xfrm>
          <a:prstGeom prst="rect">
            <a:avLst/>
          </a:prstGeom>
          <a:noFill/>
        </p:spPr>
        <p:txBody>
          <a:bodyPr wrap="square" rtlCol="0">
            <a:spAutoFit/>
          </a:bodyPr>
          <a:lstStyle/>
          <a:p>
            <a:r>
              <a:rPr lang="en-US" dirty="0">
                <a:solidFill>
                  <a:schemeClr val="bg1"/>
                </a:solidFill>
                <a:latin typeface="Cambria Math" panose="02040503050406030204" pitchFamily="18" charset="0"/>
                <a:ea typeface="Cambria Math" panose="02040503050406030204" pitchFamily="18" charset="0"/>
              </a:rPr>
              <a:t>Guided by :</a:t>
            </a:r>
          </a:p>
          <a:p>
            <a:r>
              <a:rPr lang="en-US" dirty="0">
                <a:solidFill>
                  <a:schemeClr val="bg1"/>
                </a:solidFill>
                <a:latin typeface="Cambria Math" panose="02040503050406030204" pitchFamily="18" charset="0"/>
                <a:ea typeface="Cambria Math" panose="02040503050406030204" pitchFamily="18" charset="0"/>
              </a:rPr>
              <a:t>Prof. C. U. Chauhan sir</a:t>
            </a:r>
          </a:p>
          <a:p>
            <a:r>
              <a:rPr lang="en-US" dirty="0">
                <a:solidFill>
                  <a:schemeClr val="bg1"/>
                </a:solidFill>
                <a:latin typeface="Cambria Math" panose="02040503050406030204" pitchFamily="18" charset="0"/>
                <a:ea typeface="Cambria Math" panose="02040503050406030204" pitchFamily="18" charset="0"/>
              </a:rPr>
              <a:t>Prof. S. W. Shende Sir</a:t>
            </a:r>
            <a:endParaRPr lang="en-IN" dirty="0">
              <a:solidFill>
                <a:schemeClr val="bg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1FB837-1728-0CBD-4E7A-4F8DC65CB299}"/>
              </a:ext>
            </a:extLst>
          </p:cNvPr>
          <p:cNvSpPr>
            <a:spLocks noGrp="1"/>
          </p:cNvSpPr>
          <p:nvPr>
            <p:ph type="dt" sz="half" idx="10"/>
          </p:nvPr>
        </p:nvSpPr>
        <p:spPr/>
        <p:txBody>
          <a:bodyPr/>
          <a:lstStyle/>
          <a:p>
            <a:fld id="{C81B9673-AC7F-4F1F-84E4-F0E5EAAE106D}" type="datetime1">
              <a:rPr lang="en-US" smtClean="0"/>
              <a:pPr/>
              <a:t>1/24/2024</a:t>
            </a:fld>
            <a:endParaRPr lang="en-US" dirty="0"/>
          </a:p>
        </p:txBody>
      </p:sp>
      <p:sp>
        <p:nvSpPr>
          <p:cNvPr id="3" name="Footer Placeholder 2">
            <a:extLst>
              <a:ext uri="{FF2B5EF4-FFF2-40B4-BE49-F238E27FC236}">
                <a16:creationId xmlns:a16="http://schemas.microsoft.com/office/drawing/2014/main" id="{443CA8CA-7481-627A-CB52-873C1632FE29}"/>
              </a:ext>
            </a:extLst>
          </p:cNvPr>
          <p:cNvSpPr>
            <a:spLocks noGrp="1"/>
          </p:cNvSpPr>
          <p:nvPr>
            <p:ph type="ftr" sz="quarter" idx="11"/>
          </p:nvPr>
        </p:nvSpPr>
        <p:spPr/>
        <p:txBody>
          <a:bodyPr/>
          <a:lstStyle/>
          <a:p>
            <a:r>
              <a:rPr lang="en-US"/>
              <a:t>Add a footer</a:t>
            </a:r>
            <a:endParaRPr lang="en-US" dirty="0"/>
          </a:p>
        </p:txBody>
      </p:sp>
      <p:sp>
        <p:nvSpPr>
          <p:cNvPr id="4" name="Slide Number Placeholder 3">
            <a:extLst>
              <a:ext uri="{FF2B5EF4-FFF2-40B4-BE49-F238E27FC236}">
                <a16:creationId xmlns:a16="http://schemas.microsoft.com/office/drawing/2014/main" id="{0023CCAE-D02B-7CE5-315F-356BF62C3E42}"/>
              </a:ext>
            </a:extLst>
          </p:cNvPr>
          <p:cNvSpPr>
            <a:spLocks noGrp="1"/>
          </p:cNvSpPr>
          <p:nvPr>
            <p:ph type="sldNum" sz="quarter" idx="12"/>
          </p:nvPr>
        </p:nvSpPr>
        <p:spPr/>
        <p:txBody>
          <a:bodyPr/>
          <a:lstStyle/>
          <a:p>
            <a:fld id="{9CD8D479-8942-46E8-A226-A4E01F7A105C}" type="slidenum">
              <a:rPr lang="en-US" smtClean="0"/>
              <a:t>2</a:t>
            </a:fld>
            <a:endParaRPr lang="en-US"/>
          </a:p>
        </p:txBody>
      </p:sp>
      <p:pic>
        <p:nvPicPr>
          <p:cNvPr id="7" name="Picture 6">
            <a:extLst>
              <a:ext uri="{FF2B5EF4-FFF2-40B4-BE49-F238E27FC236}">
                <a16:creationId xmlns:a16="http://schemas.microsoft.com/office/drawing/2014/main" id="{FCC4506E-BBA2-0481-F502-20D07CC643F8}"/>
              </a:ext>
            </a:extLst>
          </p:cNvPr>
          <p:cNvPicPr>
            <a:picLocks noChangeAspect="1"/>
          </p:cNvPicPr>
          <p:nvPr/>
        </p:nvPicPr>
        <p:blipFill>
          <a:blip r:embed="rId2">
            <a:alphaModFix amt="70000"/>
          </a:blip>
          <a:stretch>
            <a:fillRect/>
          </a:stretch>
        </p:blipFill>
        <p:spPr>
          <a:xfrm>
            <a:off x="0" y="0"/>
            <a:ext cx="12191999" cy="6858000"/>
          </a:xfrm>
          <a:prstGeom prst="rect">
            <a:avLst/>
          </a:prstGeom>
        </p:spPr>
      </p:pic>
      <p:sp>
        <p:nvSpPr>
          <p:cNvPr id="8" name="TextBox 7">
            <a:extLst>
              <a:ext uri="{FF2B5EF4-FFF2-40B4-BE49-F238E27FC236}">
                <a16:creationId xmlns:a16="http://schemas.microsoft.com/office/drawing/2014/main" id="{B6D0F33A-A696-482C-4479-71F69CB905BE}"/>
              </a:ext>
            </a:extLst>
          </p:cNvPr>
          <p:cNvSpPr txBox="1"/>
          <p:nvPr/>
        </p:nvSpPr>
        <p:spPr>
          <a:xfrm>
            <a:off x="289250" y="609600"/>
            <a:ext cx="11784562" cy="707886"/>
          </a:xfrm>
          <a:prstGeom prst="rect">
            <a:avLst/>
          </a:prstGeom>
          <a:noFill/>
        </p:spPr>
        <p:txBody>
          <a:bodyPr wrap="square" rtlCol="0">
            <a:spAutoFit/>
          </a:bodyPr>
          <a:lstStyle/>
          <a:p>
            <a:r>
              <a:rPr lang="en-US" sz="4000" dirty="0"/>
              <a:t>       </a:t>
            </a:r>
            <a:r>
              <a:rPr lang="en-US" sz="4000" dirty="0">
                <a:solidFill>
                  <a:schemeClr val="accent3">
                    <a:lumMod val="50000"/>
                  </a:schemeClr>
                </a:solidFill>
                <a:effectLst>
                  <a:glow rad="139700">
                    <a:schemeClr val="accent3">
                      <a:satMod val="175000"/>
                      <a:alpha val="40000"/>
                    </a:schemeClr>
                  </a:glow>
                </a:effectLst>
                <a:latin typeface="Cambria Math" panose="02040503050406030204" pitchFamily="18" charset="0"/>
                <a:ea typeface="Cambria Math" panose="02040503050406030204" pitchFamily="18" charset="0"/>
              </a:rPr>
              <a:t>A BETTER WORLD STARTS AT THE FARMS </a:t>
            </a:r>
            <a:r>
              <a:rPr lang="en-US" sz="4000" dirty="0">
                <a:ln>
                  <a:solidFill>
                    <a:schemeClr val="accent3">
                      <a:lumMod val="50000"/>
                    </a:schemeClr>
                  </a:solidFill>
                </a:ln>
                <a:solidFill>
                  <a:schemeClr val="accent3">
                    <a:lumMod val="50000"/>
                  </a:schemeClr>
                </a:solidFill>
                <a:effectLst>
                  <a:glow rad="139700">
                    <a:schemeClr val="accent3">
                      <a:satMod val="175000"/>
                      <a:alpha val="40000"/>
                    </a:schemeClr>
                  </a:glow>
                </a:effectLst>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418320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933C-D763-81E5-AE26-EDA9A500E852}"/>
              </a:ext>
            </a:extLst>
          </p:cNvPr>
          <p:cNvSpPr>
            <a:spLocks noGrp="1"/>
          </p:cNvSpPr>
          <p:nvPr>
            <p:ph type="title"/>
          </p:nvPr>
        </p:nvSpPr>
        <p:spPr/>
        <p:txBody>
          <a:bodyPr/>
          <a:lstStyle/>
          <a:p>
            <a:r>
              <a:rPr lang="en-US" sz="3600" dirty="0">
                <a:latin typeface="Cambria Math" panose="02040503050406030204" pitchFamily="18" charset="0"/>
                <a:ea typeface="Cambria Math" panose="02040503050406030204" pitchFamily="18" charset="0"/>
              </a:rPr>
              <a:t>AGENDA</a:t>
            </a:r>
            <a:endParaRPr lang="en-IN" sz="3600" dirty="0">
              <a:latin typeface="Cambria Math" panose="02040503050406030204" pitchFamily="18" charset="0"/>
              <a:ea typeface="Cambria Math" panose="02040503050406030204" pitchFamily="18" charset="0"/>
            </a:endParaRPr>
          </a:p>
        </p:txBody>
      </p:sp>
      <p:sp>
        <p:nvSpPr>
          <p:cNvPr id="10" name="Text Placeholder 9">
            <a:extLst>
              <a:ext uri="{FF2B5EF4-FFF2-40B4-BE49-F238E27FC236}">
                <a16:creationId xmlns:a16="http://schemas.microsoft.com/office/drawing/2014/main" id="{91AED6A9-5DE7-88D3-9FB3-F23D24C03588}"/>
              </a:ext>
            </a:extLst>
          </p:cNvPr>
          <p:cNvSpPr>
            <a:spLocks noGrp="1"/>
          </p:cNvSpPr>
          <p:nvPr>
            <p:ph type="body" sz="quarter" idx="17"/>
          </p:nvPr>
        </p:nvSpPr>
        <p:spPr>
          <a:xfrm>
            <a:off x="971550" y="2267339"/>
            <a:ext cx="4838700" cy="4064881"/>
          </a:xfrm>
        </p:spPr>
        <p:txBody>
          <a:bodyPr>
            <a:normAutofit/>
          </a:bodyPr>
          <a:lstStyle/>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Problem Statement</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Abstract</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Objective</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Plan Of Action</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Software and Hardware Requirement</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Literature survey</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Conclusion</a:t>
            </a:r>
          </a:p>
          <a:p>
            <a:pPr marL="285750" indent="-285750">
              <a:buFont typeface="Wingdings" panose="05000000000000000000" pitchFamily="2" charset="2"/>
              <a:buChar char="q"/>
            </a:pPr>
            <a:r>
              <a:rPr lang="en-US"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rPr>
              <a:t>Reference</a:t>
            </a:r>
          </a:p>
          <a:p>
            <a:pPr marL="285750" indent="-285750">
              <a:buFont typeface="Wingdings" panose="05000000000000000000" pitchFamily="2" charset="2"/>
              <a:buChar char="q"/>
            </a:pPr>
            <a:endParaRPr lang="en-IN" sz="2000" dirty="0">
              <a:effectLst>
                <a:glow rad="139700">
                  <a:schemeClr val="accent1">
                    <a:satMod val="175000"/>
                    <a:alpha val="40000"/>
                  </a:schemeClr>
                </a:glow>
              </a:effectLst>
              <a:latin typeface="Cambria Math" panose="02040503050406030204" pitchFamily="18" charset="0"/>
              <a:ea typeface="Cambria Math" panose="02040503050406030204" pitchFamily="18" charset="0"/>
            </a:endParaRPr>
          </a:p>
        </p:txBody>
      </p:sp>
      <p:sp>
        <p:nvSpPr>
          <p:cNvPr id="13" name="Slide Number Placeholder 12">
            <a:extLst>
              <a:ext uri="{FF2B5EF4-FFF2-40B4-BE49-F238E27FC236}">
                <a16:creationId xmlns:a16="http://schemas.microsoft.com/office/drawing/2014/main" id="{B843FD8B-5AA5-A59B-34E6-7DBEB9CFDABB}"/>
              </a:ext>
            </a:extLst>
          </p:cNvPr>
          <p:cNvSpPr>
            <a:spLocks noGrp="1"/>
          </p:cNvSpPr>
          <p:nvPr>
            <p:ph type="sldNum" sz="quarter" idx="23"/>
          </p:nvPr>
        </p:nvSpPr>
        <p:spPr/>
        <p:txBody>
          <a:bodyPr/>
          <a:lstStyle/>
          <a:p>
            <a:fld id="{294A09A9-5501-47C1-A89A-A340965A2BE2}" type="slidenum">
              <a:rPr lang="en-US" smtClean="0"/>
              <a:pPr/>
              <a:t>3</a:t>
            </a:fld>
            <a:endParaRPr lang="en-US" dirty="0">
              <a:latin typeface="+mn-lt"/>
            </a:endParaRPr>
          </a:p>
        </p:txBody>
      </p:sp>
      <p:pic>
        <p:nvPicPr>
          <p:cNvPr id="16" name="Graphic 15" descr="Planet Saturn">
            <a:extLst>
              <a:ext uri="{FF2B5EF4-FFF2-40B4-BE49-F238E27FC236}">
                <a16:creationId xmlns:a16="http://schemas.microsoft.com/office/drawing/2014/main" id="{1E53A6E5-DFAB-E83F-A52E-210095A421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94784" y="1273629"/>
            <a:ext cx="4572000" cy="4572000"/>
          </a:xfrm>
          <a:prstGeom prst="rect">
            <a:avLst/>
          </a:prstGeom>
        </p:spPr>
      </p:pic>
    </p:spTree>
    <p:extLst>
      <p:ext uri="{BB962C8B-B14F-4D97-AF65-F5344CB8AC3E}">
        <p14:creationId xmlns:p14="http://schemas.microsoft.com/office/powerpoint/2010/main" val="300233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000"/>
                                        <p:tgtEl>
                                          <p:spTgt spid="16"/>
                                        </p:tgtEl>
                                      </p:cBhvr>
                                    </p:animEffect>
                                    <p:anim calcmode="lin" valueType="num">
                                      <p:cBhvr>
                                        <p:cTn id="8" dur="2000" fill="hold"/>
                                        <p:tgtEl>
                                          <p:spTgt spid="16"/>
                                        </p:tgtEl>
                                        <p:attrNameLst>
                                          <p:attrName>ppt_w</p:attrName>
                                        </p:attrNameLst>
                                      </p:cBhvr>
                                      <p:tavLst>
                                        <p:tav tm="0" fmla="#ppt_w*sin(2.5*pi*$)">
                                          <p:val>
                                            <p:fltVal val="0"/>
                                          </p:val>
                                        </p:tav>
                                        <p:tav tm="100000">
                                          <p:val>
                                            <p:fltVal val="1"/>
                                          </p:val>
                                        </p:tav>
                                      </p:tavLst>
                                    </p:anim>
                                    <p:anim calcmode="lin" valueType="num">
                                      <p:cBhvr>
                                        <p:cTn id="9" dur="20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B06EEEB-3B0A-C5FF-0556-2418D262984D}"/>
              </a:ext>
            </a:extLst>
          </p:cNvPr>
          <p:cNvSpPr>
            <a:spLocks noGrp="1"/>
          </p:cNvSpPr>
          <p:nvPr>
            <p:ph type="title"/>
          </p:nvPr>
        </p:nvSpPr>
        <p:spPr>
          <a:xfrm>
            <a:off x="3359797" y="286607"/>
            <a:ext cx="6335096" cy="833066"/>
          </a:xfrm>
          <a:ln>
            <a:noFill/>
          </a:ln>
        </p:spPr>
        <p:txBody>
          <a:bodyPr/>
          <a:lstStyle/>
          <a:p>
            <a:r>
              <a:rPr lang="en-US" dirty="0"/>
              <a:t>  </a:t>
            </a:r>
            <a:r>
              <a:rPr lang="en-US" sz="5400" b="0" dirty="0">
                <a:latin typeface="Microsoft Himalaya" panose="01010100010101010101" pitchFamily="2" charset="0"/>
                <a:ea typeface="Microsoft Himalaya" panose="01010100010101010101" pitchFamily="2" charset="0"/>
                <a:cs typeface="Microsoft Himalaya" panose="01010100010101010101" pitchFamily="2" charset="0"/>
              </a:rPr>
              <a:t>PROBLEM STATEMENT</a:t>
            </a:r>
          </a:p>
        </p:txBody>
      </p:sp>
      <p:sp>
        <p:nvSpPr>
          <p:cNvPr id="11" name="Text Placeholder 10">
            <a:extLst>
              <a:ext uri="{FF2B5EF4-FFF2-40B4-BE49-F238E27FC236}">
                <a16:creationId xmlns:a16="http://schemas.microsoft.com/office/drawing/2014/main" id="{CC44239B-7197-71B4-1A8B-5003C2311538}"/>
              </a:ext>
            </a:extLst>
          </p:cNvPr>
          <p:cNvSpPr>
            <a:spLocks noGrp="1"/>
          </p:cNvSpPr>
          <p:nvPr>
            <p:ph type="body" sz="quarter" idx="11"/>
          </p:nvPr>
        </p:nvSpPr>
        <p:spPr>
          <a:xfrm>
            <a:off x="1392982" y="1998437"/>
            <a:ext cx="9406036" cy="2560320"/>
          </a:xfrm>
        </p:spPr>
        <p:txBody>
          <a:bodyPr>
            <a:normAutofit/>
          </a:bodyPr>
          <a:lstStyle/>
          <a:p>
            <a:r>
              <a:rPr lang="en-US" sz="2000" dirty="0">
                <a:latin typeface="Cambria" panose="02040503050406030204" pitchFamily="18" charset="0"/>
                <a:ea typeface="Cambria" panose="02040503050406030204" pitchFamily="18" charset="0"/>
              </a:rPr>
              <a:t>In agriculture , Water savings are not taken into account when using traditional irrigation systems. Because the water is applied directly to the soil. </a:t>
            </a:r>
            <a:r>
              <a:rPr lang="en-US" sz="2000" b="0" i="0" dirty="0">
                <a:effectLst/>
                <a:latin typeface="Cambria" panose="02040503050406030204" pitchFamily="18" charset="0"/>
                <a:ea typeface="Cambria" panose="02040503050406030204" pitchFamily="18" charset="0"/>
              </a:rPr>
              <a:t>As much as 50% of this water is wasted due to overwatering. Similarly , either spraying excess of fertilizers or lack of proper fertilizers </a:t>
            </a:r>
            <a:r>
              <a:rPr lang="en-US" sz="2000" dirty="0">
                <a:latin typeface="Cambria" panose="02040503050406030204" pitchFamily="18" charset="0"/>
                <a:ea typeface="Cambria" panose="02040503050406030204" pitchFamily="18" charset="0"/>
              </a:rPr>
              <a:t>at improper time </a:t>
            </a:r>
            <a:r>
              <a:rPr lang="en-US" sz="2000" b="0" i="0" dirty="0">
                <a:effectLst/>
                <a:latin typeface="Cambria" panose="02040503050406030204" pitchFamily="18" charset="0"/>
                <a:ea typeface="Cambria" panose="02040503050406030204" pitchFamily="18" charset="0"/>
              </a:rPr>
              <a:t>also affect the plants health. The solution for such problems is the smart farming method that consist of proper irrigation and  nutrients detection by using soil moisture and soil nutrients identification respectively.</a:t>
            </a:r>
            <a:endParaRPr lang="en-IN" sz="2000" b="0" i="0" dirty="0">
              <a:effectLst/>
              <a:latin typeface="Cambria" panose="02040503050406030204" pitchFamily="18" charset="0"/>
              <a:ea typeface="Cambria" panose="02040503050406030204" pitchFamily="18" charset="0"/>
            </a:endParaRPr>
          </a:p>
          <a:p>
            <a:endParaRPr lang="en-US" dirty="0"/>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a:lstStyle/>
          <a:p>
            <a:fld id="{294A09A9-5501-47C1-A89A-A340965A2BE2}" type="slidenum">
              <a:rPr lang="en-US" smtClean="0"/>
              <a:pPr/>
              <a:t>4</a:t>
            </a:fld>
            <a:endParaRPr lang="en-US" dirty="0"/>
          </a:p>
        </p:txBody>
      </p:sp>
      <p:sp>
        <p:nvSpPr>
          <p:cNvPr id="4" name="Rectangle: Rounded Corners 3">
            <a:extLst>
              <a:ext uri="{FF2B5EF4-FFF2-40B4-BE49-F238E27FC236}">
                <a16:creationId xmlns:a16="http://schemas.microsoft.com/office/drawing/2014/main" id="{D879D801-0056-C2CE-5A3E-2BEBC59F593B}"/>
              </a:ext>
            </a:extLst>
          </p:cNvPr>
          <p:cNvSpPr/>
          <p:nvPr/>
        </p:nvSpPr>
        <p:spPr>
          <a:xfrm>
            <a:off x="1951653" y="1248306"/>
            <a:ext cx="8406882" cy="121298"/>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6229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19620-6CCC-A34D-9D45-D6B57F800708}"/>
              </a:ext>
            </a:extLst>
          </p:cNvPr>
          <p:cNvSpPr>
            <a:spLocks noGrp="1"/>
          </p:cNvSpPr>
          <p:nvPr>
            <p:ph type="title"/>
          </p:nvPr>
        </p:nvSpPr>
        <p:spPr>
          <a:xfrm>
            <a:off x="818696" y="247450"/>
            <a:ext cx="3079102" cy="715098"/>
          </a:xfrm>
          <a:ln>
            <a:noFill/>
          </a:ln>
        </p:spPr>
        <p:txBody>
          <a:bodyPr/>
          <a:lstStyle/>
          <a:p>
            <a:r>
              <a:rPr lang="en-US" dirty="0"/>
              <a:t>   Abstract</a:t>
            </a:r>
          </a:p>
        </p:txBody>
      </p:sp>
      <p:sp>
        <p:nvSpPr>
          <p:cNvPr id="3" name="Text Placeholder 2">
            <a:extLst>
              <a:ext uri="{FF2B5EF4-FFF2-40B4-BE49-F238E27FC236}">
                <a16:creationId xmlns:a16="http://schemas.microsoft.com/office/drawing/2014/main" id="{6873C602-BA59-1744-B258-B489E00A3E14}"/>
              </a:ext>
            </a:extLst>
          </p:cNvPr>
          <p:cNvSpPr>
            <a:spLocks noGrp="1"/>
          </p:cNvSpPr>
          <p:nvPr>
            <p:ph type="body" sz="quarter" idx="12"/>
          </p:nvPr>
        </p:nvSpPr>
        <p:spPr>
          <a:xfrm>
            <a:off x="1362269" y="2258008"/>
            <a:ext cx="4292082" cy="715098"/>
          </a:xfrm>
        </p:spPr>
        <p:txBody>
          <a:bodyPr>
            <a:noAutofit/>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Smart i</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rrigation system for optimized usage of water in agriculture. .</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5" name="Text Placeholder 4">
            <a:extLst>
              <a:ext uri="{FF2B5EF4-FFF2-40B4-BE49-F238E27FC236}">
                <a16:creationId xmlns:a16="http://schemas.microsoft.com/office/drawing/2014/main" id="{FA4FEC49-A0F0-FB4E-9A87-B2EF11364721}"/>
              </a:ext>
            </a:extLst>
          </p:cNvPr>
          <p:cNvSpPr>
            <a:spLocks noGrp="1"/>
          </p:cNvSpPr>
          <p:nvPr>
            <p:ph type="body" sz="quarter" idx="30"/>
          </p:nvPr>
        </p:nvSpPr>
        <p:spPr>
          <a:xfrm>
            <a:off x="3897798" y="4318809"/>
            <a:ext cx="4599971" cy="1044000"/>
          </a:xfrm>
        </p:spPr>
        <p:txBody>
          <a:bodyPr>
            <a:noAutofit/>
          </a:bodyPr>
          <a:lstStyle/>
          <a:p>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The system checks the humidity and temperature of the soil using the soil sensor and waters the plants based on the readings. </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9" name="Text Placeholder 8">
            <a:extLst>
              <a:ext uri="{FF2B5EF4-FFF2-40B4-BE49-F238E27FC236}">
                <a16:creationId xmlns:a16="http://schemas.microsoft.com/office/drawing/2014/main" id="{55F2A68F-70C1-7F46-9A1C-586701744F58}"/>
              </a:ext>
            </a:extLst>
          </p:cNvPr>
          <p:cNvSpPr>
            <a:spLocks noGrp="1"/>
          </p:cNvSpPr>
          <p:nvPr>
            <p:ph type="body" sz="quarter" idx="34"/>
          </p:nvPr>
        </p:nvSpPr>
        <p:spPr>
          <a:xfrm>
            <a:off x="6438142" y="2258008"/>
            <a:ext cx="4599971" cy="1323032"/>
          </a:xfrm>
        </p:spPr>
        <p:txBody>
          <a:bodyPr>
            <a:normAutofit fontScale="25000" lnSpcReduction="20000"/>
          </a:bodyPr>
          <a:lstStyle/>
          <a:p>
            <a:r>
              <a:rPr lang="en-US" b="0" i="0" dirty="0">
                <a:solidFill>
                  <a:srgbClr val="545D7E"/>
                </a:solidFill>
                <a:effectLst/>
                <a:latin typeface="Google Sans"/>
              </a:rPr>
              <a:t> </a:t>
            </a:r>
            <a:r>
              <a:rPr lang="en-US" sz="12800" b="0" i="0" dirty="0">
                <a:effectLst/>
                <a:latin typeface="Microsoft Himalaya" panose="01010100010101010101" pitchFamily="2" charset="0"/>
                <a:ea typeface="Microsoft Himalaya" panose="01010100010101010101" pitchFamily="2" charset="0"/>
                <a:cs typeface="Microsoft Himalaya" panose="01010100010101010101" pitchFamily="2" charset="0"/>
              </a:rPr>
              <a:t>The system has a distributed wireless network of soil moisture, humidity, and temperature sensors placed at the root zone of plants</a:t>
            </a:r>
            <a:r>
              <a:rPr lang="en-US" sz="12800" b="0" i="0" dirty="0">
                <a:solidFill>
                  <a:srgbClr val="545D7E"/>
                </a:solidFill>
                <a:effectLst/>
                <a:latin typeface="Microsoft Himalaya" panose="01010100010101010101" pitchFamily="2" charset="0"/>
                <a:ea typeface="Microsoft Himalaya" panose="01010100010101010101" pitchFamily="2" charset="0"/>
                <a:cs typeface="Microsoft Himalaya" panose="01010100010101010101" pitchFamily="2" charset="0"/>
              </a:rPr>
              <a:t>.</a:t>
            </a:r>
            <a:endParaRPr lang="en-US" sz="128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8" name="Text Placeholder 7">
            <a:extLst>
              <a:ext uri="{FF2B5EF4-FFF2-40B4-BE49-F238E27FC236}">
                <a16:creationId xmlns:a16="http://schemas.microsoft.com/office/drawing/2014/main" id="{58554997-3B04-634C-A36E-69B03113315A}"/>
              </a:ext>
            </a:extLst>
          </p:cNvPr>
          <p:cNvSpPr>
            <a:spLocks noGrp="1"/>
          </p:cNvSpPr>
          <p:nvPr>
            <p:ph type="body" sz="quarter" idx="33"/>
          </p:nvPr>
        </p:nvSpPr>
        <p:spPr>
          <a:xfrm rot="10800000" flipV="1">
            <a:off x="9113678" y="4492556"/>
            <a:ext cx="2344313" cy="1740505"/>
          </a:xfrm>
        </p:spPr>
        <p:txBody>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It </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aims at saving time and avoiding problems like constant vigilance.</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a:p>
            <a:r>
              <a:rPr lang="en-US" sz="3200" dirty="0"/>
              <a:t>	</a:t>
            </a:r>
          </a:p>
        </p:txBody>
      </p:sp>
      <p:sp>
        <p:nvSpPr>
          <p:cNvPr id="7" name="Text Placeholder 6">
            <a:extLst>
              <a:ext uri="{FF2B5EF4-FFF2-40B4-BE49-F238E27FC236}">
                <a16:creationId xmlns:a16="http://schemas.microsoft.com/office/drawing/2014/main" id="{4E355B93-F7B4-8649-8BBF-819B529D7EC7}"/>
              </a:ext>
            </a:extLst>
          </p:cNvPr>
          <p:cNvSpPr>
            <a:spLocks noGrp="1"/>
          </p:cNvSpPr>
          <p:nvPr>
            <p:ph type="body" sz="quarter" idx="32"/>
          </p:nvPr>
        </p:nvSpPr>
        <p:spPr>
          <a:xfrm>
            <a:off x="9008712" y="4318809"/>
            <a:ext cx="2133600" cy="1507841"/>
          </a:xfrm>
        </p:spPr>
        <p:txBody>
          <a:bodyPr>
            <a:normAutofit/>
          </a:bodyPr>
          <a:lstStyle/>
          <a:p>
            <a:r>
              <a:rPr lang="en-US" dirty="0"/>
              <a:t>.</a:t>
            </a:r>
          </a:p>
          <a:p>
            <a:endParaRPr lang="en-US" dirty="0"/>
          </a:p>
        </p:txBody>
      </p:sp>
      <p:sp>
        <p:nvSpPr>
          <p:cNvPr id="13" name="Slide Number Placeholder 12">
            <a:extLst>
              <a:ext uri="{FF2B5EF4-FFF2-40B4-BE49-F238E27FC236}">
                <a16:creationId xmlns:a16="http://schemas.microsoft.com/office/drawing/2014/main" id="{B2B0E625-26CC-9744-9B92-56905E797B65}"/>
              </a:ext>
            </a:extLst>
          </p:cNvPr>
          <p:cNvSpPr>
            <a:spLocks noGrp="1"/>
          </p:cNvSpPr>
          <p:nvPr>
            <p:ph type="sldNum" sz="quarter" idx="38"/>
          </p:nvPr>
        </p:nvSpPr>
        <p:spPr>
          <a:xfrm>
            <a:off x="971550" y="6332220"/>
            <a:ext cx="523240" cy="247651"/>
          </a:xfrm>
        </p:spPr>
        <p:txBody>
          <a:bodyPr/>
          <a:lstStyle/>
          <a:p>
            <a:fld id="{294A09A9-5501-47C1-A89A-A340965A2BE2}" type="slidenum">
              <a:rPr lang="en-US" smtClean="0"/>
              <a:pPr/>
              <a:t>5</a:t>
            </a:fld>
            <a:endParaRPr lang="en-US" dirty="0"/>
          </a:p>
        </p:txBody>
      </p:sp>
      <p:sp>
        <p:nvSpPr>
          <p:cNvPr id="10" name="Rectangle: Rounded Corners 9">
            <a:extLst>
              <a:ext uri="{FF2B5EF4-FFF2-40B4-BE49-F238E27FC236}">
                <a16:creationId xmlns:a16="http://schemas.microsoft.com/office/drawing/2014/main" id="{607F0B90-4AC9-25B8-FEEF-F8878AD59E93}"/>
              </a:ext>
            </a:extLst>
          </p:cNvPr>
          <p:cNvSpPr/>
          <p:nvPr/>
        </p:nvSpPr>
        <p:spPr>
          <a:xfrm>
            <a:off x="438539" y="1151840"/>
            <a:ext cx="4012163" cy="114653"/>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82770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19620-6CCC-A34D-9D45-D6B57F800708}"/>
              </a:ext>
            </a:extLst>
          </p:cNvPr>
          <p:cNvSpPr>
            <a:spLocks noGrp="1"/>
          </p:cNvSpPr>
          <p:nvPr>
            <p:ph type="title"/>
          </p:nvPr>
        </p:nvSpPr>
        <p:spPr>
          <a:xfrm>
            <a:off x="818696" y="247450"/>
            <a:ext cx="3079102" cy="715098"/>
          </a:xfrm>
          <a:ln>
            <a:noFill/>
          </a:ln>
        </p:spPr>
        <p:txBody>
          <a:bodyPr/>
          <a:lstStyle/>
          <a:p>
            <a:r>
              <a:rPr lang="en-US" dirty="0"/>
              <a:t>   Abstract</a:t>
            </a:r>
          </a:p>
        </p:txBody>
      </p:sp>
      <p:sp>
        <p:nvSpPr>
          <p:cNvPr id="4" name="Text Placeholder 3">
            <a:extLst>
              <a:ext uri="{FF2B5EF4-FFF2-40B4-BE49-F238E27FC236}">
                <a16:creationId xmlns:a16="http://schemas.microsoft.com/office/drawing/2014/main" id="{86655189-E7B2-3A4A-99EE-997592791F7D}"/>
              </a:ext>
            </a:extLst>
          </p:cNvPr>
          <p:cNvSpPr>
            <a:spLocks noGrp="1"/>
          </p:cNvSpPr>
          <p:nvPr>
            <p:ph type="body" sz="quarter" idx="11"/>
          </p:nvPr>
        </p:nvSpPr>
        <p:spPr>
          <a:xfrm>
            <a:off x="6438142" y="604999"/>
            <a:ext cx="2133600" cy="546841"/>
          </a:xfrm>
        </p:spPr>
        <p:txBody>
          <a:bodyPr/>
          <a:lstStyle/>
          <a:p>
            <a:endParaRPr lang="en-US" dirty="0"/>
          </a:p>
        </p:txBody>
      </p:sp>
      <p:sp>
        <p:nvSpPr>
          <p:cNvPr id="3" name="Text Placeholder 2">
            <a:extLst>
              <a:ext uri="{FF2B5EF4-FFF2-40B4-BE49-F238E27FC236}">
                <a16:creationId xmlns:a16="http://schemas.microsoft.com/office/drawing/2014/main" id="{6873C602-BA59-1744-B258-B489E00A3E14}"/>
              </a:ext>
            </a:extLst>
          </p:cNvPr>
          <p:cNvSpPr>
            <a:spLocks noGrp="1"/>
          </p:cNvSpPr>
          <p:nvPr>
            <p:ph type="body" sz="quarter" idx="12"/>
          </p:nvPr>
        </p:nvSpPr>
        <p:spPr>
          <a:xfrm>
            <a:off x="1380930" y="2435102"/>
            <a:ext cx="4292082" cy="715098"/>
          </a:xfrm>
        </p:spPr>
        <p:txBody>
          <a:bodyPr>
            <a:noAutofit/>
          </a:bodyPr>
          <a:lstStyle/>
          <a:p>
            <a:r>
              <a:rPr lang="en-US" sz="3200" b="0" i="0" dirty="0">
                <a:solidFill>
                  <a:srgbClr val="040C28"/>
                </a:solidFill>
                <a:effectLst/>
                <a:latin typeface="Microsoft Himalaya" panose="01010100010101010101" pitchFamily="2" charset="0"/>
                <a:ea typeface="Microsoft Himalaya" panose="01010100010101010101" pitchFamily="2" charset="0"/>
                <a:cs typeface="Microsoft Himalaya" panose="01010100010101010101" pitchFamily="2" charset="0"/>
              </a:rPr>
              <a:t>A system was designed where the Soil fertility index for the nutrients is predicted at different places</a:t>
            </a:r>
            <a:r>
              <a:rPr lang="en-US" sz="3200" b="0" i="0" dirty="0">
                <a:solidFill>
                  <a:srgbClr val="202124"/>
                </a:solidFill>
                <a:effectLst/>
                <a:latin typeface="Microsoft Himalaya" panose="01010100010101010101" pitchFamily="2" charset="0"/>
                <a:ea typeface="Microsoft Himalaya" panose="01010100010101010101" pitchFamily="2" charset="0"/>
                <a:cs typeface="Microsoft Himalaya" panose="01010100010101010101" pitchFamily="2" charset="0"/>
              </a:rPr>
              <a:t>. </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6" name="Text Placeholder 5">
            <a:extLst>
              <a:ext uri="{FF2B5EF4-FFF2-40B4-BE49-F238E27FC236}">
                <a16:creationId xmlns:a16="http://schemas.microsoft.com/office/drawing/2014/main" id="{8D4284CF-DF13-E947-ADA5-0FD9AAC03C23}"/>
              </a:ext>
            </a:extLst>
          </p:cNvPr>
          <p:cNvSpPr>
            <a:spLocks noGrp="1"/>
          </p:cNvSpPr>
          <p:nvPr>
            <p:ph type="body" sz="quarter" idx="31"/>
          </p:nvPr>
        </p:nvSpPr>
        <p:spPr>
          <a:xfrm>
            <a:off x="8665742" y="1104789"/>
            <a:ext cx="2133600" cy="546841"/>
          </a:xfrm>
        </p:spPr>
        <p:txBody>
          <a:bodyPr/>
          <a:lstStyle/>
          <a:p>
            <a:endParaRPr lang="en-US" dirty="0"/>
          </a:p>
        </p:txBody>
      </p:sp>
      <p:sp>
        <p:nvSpPr>
          <p:cNvPr id="5" name="Text Placeholder 4">
            <a:extLst>
              <a:ext uri="{FF2B5EF4-FFF2-40B4-BE49-F238E27FC236}">
                <a16:creationId xmlns:a16="http://schemas.microsoft.com/office/drawing/2014/main" id="{FA4FEC49-A0F0-FB4E-9A87-B2EF11364721}"/>
              </a:ext>
            </a:extLst>
          </p:cNvPr>
          <p:cNvSpPr>
            <a:spLocks noGrp="1"/>
          </p:cNvSpPr>
          <p:nvPr>
            <p:ph type="body" sz="quarter" idx="30"/>
          </p:nvPr>
        </p:nvSpPr>
        <p:spPr>
          <a:xfrm>
            <a:off x="3897798" y="4318809"/>
            <a:ext cx="4599971" cy="1044000"/>
          </a:xfrm>
        </p:spPr>
        <p:txBody>
          <a:bodyPr>
            <a:noAutofit/>
          </a:bodyPr>
          <a:lstStyle/>
          <a:p>
            <a:r>
              <a:rPr lang="en-US" sz="3200" b="0" i="0" dirty="0">
                <a:solidFill>
                  <a:srgbClr val="202124"/>
                </a:solidFill>
                <a:effectLst/>
                <a:latin typeface="Microsoft Himalaya" panose="01010100010101010101" pitchFamily="2" charset="0"/>
                <a:ea typeface="Microsoft Himalaya" panose="01010100010101010101" pitchFamily="2" charset="0"/>
                <a:cs typeface="Microsoft Himalaya" panose="01010100010101010101" pitchFamily="2" charset="0"/>
              </a:rPr>
              <a:t>The data obtained is useful for making decision of amount of fertilizers to be used.</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9" name="Text Placeholder 8">
            <a:extLst>
              <a:ext uri="{FF2B5EF4-FFF2-40B4-BE49-F238E27FC236}">
                <a16:creationId xmlns:a16="http://schemas.microsoft.com/office/drawing/2014/main" id="{55F2A68F-70C1-7F46-9A1C-586701744F58}"/>
              </a:ext>
            </a:extLst>
          </p:cNvPr>
          <p:cNvSpPr>
            <a:spLocks noGrp="1"/>
          </p:cNvSpPr>
          <p:nvPr>
            <p:ph type="body" sz="quarter" idx="34"/>
          </p:nvPr>
        </p:nvSpPr>
        <p:spPr>
          <a:xfrm>
            <a:off x="6438142" y="2441001"/>
            <a:ext cx="4599971" cy="949807"/>
          </a:xfrm>
        </p:spPr>
        <p:txBody>
          <a:bodyPr>
            <a:noAutofit/>
          </a:bodyPr>
          <a:lstStyle/>
          <a:p>
            <a:r>
              <a:rPr lang="en-US" sz="3200" b="0" i="0" dirty="0">
                <a:solidFill>
                  <a:srgbClr val="202124"/>
                </a:solidFill>
                <a:effectLst/>
                <a:latin typeface="Microsoft Himalaya" panose="01010100010101010101" pitchFamily="2" charset="0"/>
                <a:ea typeface="Microsoft Himalaya" panose="01010100010101010101" pitchFamily="2" charset="0"/>
                <a:cs typeface="Microsoft Himalaya" panose="01010100010101010101" pitchFamily="2" charset="0"/>
              </a:rPr>
              <a:t>The prediction is done automatically using regression methods specifically like support vector regression and more.</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8" name="Text Placeholder 7">
            <a:extLst>
              <a:ext uri="{FF2B5EF4-FFF2-40B4-BE49-F238E27FC236}">
                <a16:creationId xmlns:a16="http://schemas.microsoft.com/office/drawing/2014/main" id="{58554997-3B04-634C-A36E-69B03113315A}"/>
              </a:ext>
            </a:extLst>
          </p:cNvPr>
          <p:cNvSpPr>
            <a:spLocks noGrp="1"/>
          </p:cNvSpPr>
          <p:nvPr>
            <p:ph type="body" sz="quarter" idx="33"/>
          </p:nvPr>
        </p:nvSpPr>
        <p:spPr>
          <a:xfrm rot="10800000" flipV="1">
            <a:off x="9085687" y="4473389"/>
            <a:ext cx="2344313" cy="1740505"/>
          </a:xfrm>
        </p:spPr>
        <p:txBody>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It </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aims at saving time and avoiding problems like constant vigilance.</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a:p>
            <a:r>
              <a:rPr lang="en-US" sz="2400" dirty="0"/>
              <a:t>	</a:t>
            </a:r>
          </a:p>
        </p:txBody>
      </p:sp>
      <p:sp>
        <p:nvSpPr>
          <p:cNvPr id="7" name="Text Placeholder 6">
            <a:extLst>
              <a:ext uri="{FF2B5EF4-FFF2-40B4-BE49-F238E27FC236}">
                <a16:creationId xmlns:a16="http://schemas.microsoft.com/office/drawing/2014/main" id="{4E355B93-F7B4-8649-8BBF-819B529D7EC7}"/>
              </a:ext>
            </a:extLst>
          </p:cNvPr>
          <p:cNvSpPr>
            <a:spLocks noGrp="1"/>
          </p:cNvSpPr>
          <p:nvPr>
            <p:ph type="body" sz="quarter" idx="32"/>
          </p:nvPr>
        </p:nvSpPr>
        <p:spPr>
          <a:xfrm>
            <a:off x="9001711" y="4473389"/>
            <a:ext cx="2133600" cy="1507841"/>
          </a:xfrm>
        </p:spPr>
        <p:txBody>
          <a:bodyPr>
            <a:normAutofit/>
          </a:bodyPr>
          <a:lstStyle/>
          <a:p>
            <a:r>
              <a:rPr lang="en-US" dirty="0"/>
              <a:t>.</a:t>
            </a:r>
          </a:p>
          <a:p>
            <a:endParaRPr lang="en-US" dirty="0"/>
          </a:p>
        </p:txBody>
      </p:sp>
      <p:sp>
        <p:nvSpPr>
          <p:cNvPr id="13" name="Slide Number Placeholder 12">
            <a:extLst>
              <a:ext uri="{FF2B5EF4-FFF2-40B4-BE49-F238E27FC236}">
                <a16:creationId xmlns:a16="http://schemas.microsoft.com/office/drawing/2014/main" id="{B2B0E625-26CC-9744-9B92-56905E797B65}"/>
              </a:ext>
            </a:extLst>
          </p:cNvPr>
          <p:cNvSpPr>
            <a:spLocks noGrp="1"/>
          </p:cNvSpPr>
          <p:nvPr>
            <p:ph type="sldNum" sz="quarter" idx="38"/>
          </p:nvPr>
        </p:nvSpPr>
        <p:spPr>
          <a:xfrm>
            <a:off x="971550" y="6332220"/>
            <a:ext cx="523240" cy="247651"/>
          </a:xfrm>
        </p:spPr>
        <p:txBody>
          <a:bodyPr/>
          <a:lstStyle/>
          <a:p>
            <a:fld id="{294A09A9-5501-47C1-A89A-A340965A2BE2}" type="slidenum">
              <a:rPr lang="en-US" smtClean="0"/>
              <a:pPr/>
              <a:t>6</a:t>
            </a:fld>
            <a:endParaRPr lang="en-US" dirty="0"/>
          </a:p>
        </p:txBody>
      </p:sp>
      <p:sp>
        <p:nvSpPr>
          <p:cNvPr id="14" name="Text Placeholder 13">
            <a:extLst>
              <a:ext uri="{FF2B5EF4-FFF2-40B4-BE49-F238E27FC236}">
                <a16:creationId xmlns:a16="http://schemas.microsoft.com/office/drawing/2014/main" id="{30A5A768-79F1-A118-527C-6EF4528DD6D8}"/>
              </a:ext>
            </a:extLst>
          </p:cNvPr>
          <p:cNvSpPr>
            <a:spLocks noGrp="1"/>
          </p:cNvSpPr>
          <p:nvPr>
            <p:ph type="body" sz="quarter" idx="35"/>
          </p:nvPr>
        </p:nvSpPr>
        <p:spPr>
          <a:xfrm>
            <a:off x="6438142" y="1266493"/>
            <a:ext cx="2133600" cy="546841"/>
          </a:xfrm>
        </p:spPr>
        <p:txBody>
          <a:bodyPr/>
          <a:lstStyle/>
          <a:p>
            <a:endParaRPr lang="en-IN" dirty="0"/>
          </a:p>
        </p:txBody>
      </p:sp>
      <p:sp>
        <p:nvSpPr>
          <p:cNvPr id="10" name="Rectangle: Rounded Corners 9">
            <a:extLst>
              <a:ext uri="{FF2B5EF4-FFF2-40B4-BE49-F238E27FC236}">
                <a16:creationId xmlns:a16="http://schemas.microsoft.com/office/drawing/2014/main" id="{607F0B90-4AC9-25B8-FEEF-F8878AD59E93}"/>
              </a:ext>
            </a:extLst>
          </p:cNvPr>
          <p:cNvSpPr/>
          <p:nvPr/>
        </p:nvSpPr>
        <p:spPr>
          <a:xfrm>
            <a:off x="438539" y="1151840"/>
            <a:ext cx="4012163" cy="114653"/>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9775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4756-A790-C845-A85F-35391529E591}"/>
              </a:ext>
            </a:extLst>
          </p:cNvPr>
          <p:cNvSpPr>
            <a:spLocks noGrp="1"/>
          </p:cNvSpPr>
          <p:nvPr>
            <p:ph type="title"/>
          </p:nvPr>
        </p:nvSpPr>
        <p:spPr>
          <a:xfrm>
            <a:off x="964023" y="142455"/>
            <a:ext cx="7532276" cy="1347471"/>
          </a:xfrm>
        </p:spPr>
        <p:txBody>
          <a:bodyPr/>
          <a:lstStyle/>
          <a:p>
            <a:r>
              <a:rPr lang="en-US" dirty="0">
                <a:latin typeface="Cambria" panose="02040503050406030204" pitchFamily="18" charset="0"/>
                <a:ea typeface="Cambria" panose="02040503050406030204" pitchFamily="18" charset="0"/>
              </a:rPr>
              <a:t>OBJECTIVES</a:t>
            </a:r>
          </a:p>
        </p:txBody>
      </p:sp>
      <p:sp>
        <p:nvSpPr>
          <p:cNvPr id="6" name="Text Placeholder 5">
            <a:extLst>
              <a:ext uri="{FF2B5EF4-FFF2-40B4-BE49-F238E27FC236}">
                <a16:creationId xmlns:a16="http://schemas.microsoft.com/office/drawing/2014/main" id="{C0015C52-08ED-464E-B7E8-24892D9C1319}"/>
              </a:ext>
            </a:extLst>
          </p:cNvPr>
          <p:cNvSpPr>
            <a:spLocks noGrp="1"/>
          </p:cNvSpPr>
          <p:nvPr>
            <p:ph type="body" sz="quarter" idx="16"/>
          </p:nvPr>
        </p:nvSpPr>
        <p:spPr>
          <a:xfrm>
            <a:off x="9105902" y="2186266"/>
            <a:ext cx="2128157" cy="537098"/>
          </a:xfrm>
        </p:spPr>
        <p:txBody>
          <a:bodyPr/>
          <a:lstStyle/>
          <a:p>
            <a:r>
              <a:rPr lang="en-US" b="0" i="0" dirty="0">
                <a:solidFill>
                  <a:srgbClr val="545D7E"/>
                </a:solidFill>
                <a:effectLst/>
                <a:latin typeface="Google Sans"/>
              </a:rPr>
              <a:t>.</a:t>
            </a:r>
            <a:endParaRPr lang="en-US" dirty="0"/>
          </a:p>
        </p:txBody>
      </p:sp>
      <p:sp>
        <p:nvSpPr>
          <p:cNvPr id="5" name="Text Placeholder 4">
            <a:extLst>
              <a:ext uri="{FF2B5EF4-FFF2-40B4-BE49-F238E27FC236}">
                <a16:creationId xmlns:a16="http://schemas.microsoft.com/office/drawing/2014/main" id="{6979C7D4-91CF-6443-91D5-65DC860B407D}"/>
              </a:ext>
            </a:extLst>
          </p:cNvPr>
          <p:cNvSpPr>
            <a:spLocks noGrp="1"/>
          </p:cNvSpPr>
          <p:nvPr>
            <p:ph type="body" sz="quarter" idx="15"/>
          </p:nvPr>
        </p:nvSpPr>
        <p:spPr>
          <a:xfrm>
            <a:off x="3666081" y="2361401"/>
            <a:ext cx="2128157" cy="789996"/>
          </a:xfrm>
        </p:spPr>
        <p:txBody>
          <a:bodyPr>
            <a:noAutofit/>
          </a:bodyPr>
          <a:lstStyle/>
          <a:p>
            <a:r>
              <a:rPr lang="en-US" sz="2800" b="0" i="0" dirty="0">
                <a:effectLst/>
                <a:latin typeface="Microsoft Himalaya" panose="01010100010101010101" pitchFamily="2" charset="0"/>
                <a:ea typeface="Microsoft Himalaya" panose="01010100010101010101" pitchFamily="2" charset="0"/>
                <a:cs typeface="Microsoft Himalaya" panose="01010100010101010101" pitchFamily="2" charset="0"/>
              </a:rPr>
              <a:t> </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Precision Farming</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9" name="Text Placeholder 8">
            <a:extLst>
              <a:ext uri="{FF2B5EF4-FFF2-40B4-BE49-F238E27FC236}">
                <a16:creationId xmlns:a16="http://schemas.microsoft.com/office/drawing/2014/main" id="{38FB4732-AB07-C54D-AF44-F8ADB6D2B8B6}"/>
              </a:ext>
            </a:extLst>
          </p:cNvPr>
          <p:cNvSpPr>
            <a:spLocks noGrp="1"/>
          </p:cNvSpPr>
          <p:nvPr>
            <p:ph type="body" sz="quarter" idx="21"/>
          </p:nvPr>
        </p:nvSpPr>
        <p:spPr>
          <a:xfrm>
            <a:off x="3687378" y="4693002"/>
            <a:ext cx="2128157" cy="789996"/>
          </a:xfrm>
        </p:spPr>
        <p:txBody>
          <a:bodyPr>
            <a:noAutofit/>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C</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ost-effectiveness.</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11" name="Text Placeholder 10">
            <a:extLst>
              <a:ext uri="{FF2B5EF4-FFF2-40B4-BE49-F238E27FC236}">
                <a16:creationId xmlns:a16="http://schemas.microsoft.com/office/drawing/2014/main" id="{7F247A08-A350-EF44-9F10-FC72B5466602}"/>
              </a:ext>
            </a:extLst>
          </p:cNvPr>
          <p:cNvSpPr>
            <a:spLocks noGrp="1"/>
          </p:cNvSpPr>
          <p:nvPr>
            <p:ph type="body" sz="quarter" idx="23"/>
          </p:nvPr>
        </p:nvSpPr>
        <p:spPr>
          <a:xfrm>
            <a:off x="6397763" y="4638000"/>
            <a:ext cx="2129245" cy="900000"/>
          </a:xfrm>
        </p:spPr>
        <p:txBody>
          <a:bodyPr>
            <a:noAutofit/>
          </a:bodyPr>
          <a:lstStyle/>
          <a:p>
            <a:r>
              <a:rPr lang="en-US" sz="3200" dirty="0">
                <a:solidFill>
                  <a:srgbClr val="040C28"/>
                </a:solidFill>
                <a:latin typeface="Microsoft Himalaya" panose="01010100010101010101" pitchFamily="2" charset="0"/>
                <a:ea typeface="Microsoft Himalaya" panose="01010100010101010101" pitchFamily="2" charset="0"/>
                <a:cs typeface="Microsoft Himalaya" panose="01010100010101010101" pitchFamily="2" charset="0"/>
              </a:rPr>
              <a:t>A</a:t>
            </a:r>
            <a:r>
              <a:rPr lang="en-US" sz="3200" b="0" i="0" dirty="0">
                <a:solidFill>
                  <a:srgbClr val="040C28"/>
                </a:solidFill>
                <a:effectLst/>
                <a:latin typeface="Microsoft Himalaya" panose="01010100010101010101" pitchFamily="2" charset="0"/>
                <a:ea typeface="Microsoft Himalaya" panose="01010100010101010101" pitchFamily="2" charset="0"/>
                <a:cs typeface="Microsoft Himalaya" panose="01010100010101010101" pitchFamily="2" charset="0"/>
              </a:rPr>
              <a:t>nalyzing soil data and predicting nutrient levels</a:t>
            </a:r>
            <a:r>
              <a:rPr lang="en-US" sz="3200" b="0" i="0" dirty="0">
                <a:solidFill>
                  <a:srgbClr val="202124"/>
                </a:solidFill>
                <a:effectLst/>
                <a:latin typeface="Microsoft Himalaya" panose="01010100010101010101" pitchFamily="2" charset="0"/>
                <a:ea typeface="Microsoft Himalaya" panose="01010100010101010101" pitchFamily="2" charset="0"/>
                <a:cs typeface="Microsoft Himalaya" panose="01010100010101010101" pitchFamily="2" charset="0"/>
              </a:rPr>
              <a:t> </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15" name="Slide Number Placeholder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a:lstStyle/>
          <a:p>
            <a:fld id="{294A09A9-5501-47C1-A89A-A340965A2BE2}" type="slidenum">
              <a:rPr lang="en-US" smtClean="0"/>
              <a:pPr/>
              <a:t>7</a:t>
            </a:fld>
            <a:endParaRPr lang="en-US" dirty="0"/>
          </a:p>
        </p:txBody>
      </p:sp>
      <p:sp>
        <p:nvSpPr>
          <p:cNvPr id="16" name="Text Placeholder 15">
            <a:extLst>
              <a:ext uri="{FF2B5EF4-FFF2-40B4-BE49-F238E27FC236}">
                <a16:creationId xmlns:a16="http://schemas.microsoft.com/office/drawing/2014/main" id="{F0EDA425-4BFE-9CCE-41CE-E2C78F1DE082}"/>
              </a:ext>
            </a:extLst>
          </p:cNvPr>
          <p:cNvSpPr>
            <a:spLocks noGrp="1"/>
          </p:cNvSpPr>
          <p:nvPr>
            <p:ph type="body" sz="quarter" idx="13"/>
          </p:nvPr>
        </p:nvSpPr>
        <p:spPr>
          <a:xfrm>
            <a:off x="1111120" y="2328366"/>
            <a:ext cx="2133600" cy="789996"/>
          </a:xfrm>
        </p:spPr>
        <p:txBody>
          <a:bodyPr>
            <a:noAutofit/>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W</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ater </a:t>
            </a:r>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C</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onservation</a:t>
            </a:r>
            <a:endParaRPr lang="en-IN"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20" name="Text Placeholder 19">
            <a:extLst>
              <a:ext uri="{FF2B5EF4-FFF2-40B4-BE49-F238E27FC236}">
                <a16:creationId xmlns:a16="http://schemas.microsoft.com/office/drawing/2014/main" id="{4869B95C-039D-9AF4-0924-E15674B26F6A}"/>
              </a:ext>
            </a:extLst>
          </p:cNvPr>
          <p:cNvSpPr>
            <a:spLocks noGrp="1"/>
          </p:cNvSpPr>
          <p:nvPr>
            <p:ph type="body" sz="quarter" idx="19"/>
          </p:nvPr>
        </p:nvSpPr>
        <p:spPr>
          <a:xfrm>
            <a:off x="971550" y="4693002"/>
            <a:ext cx="2133600" cy="789996"/>
          </a:xfrm>
        </p:spPr>
        <p:txBody>
          <a:bodyPr>
            <a:noAutofit/>
          </a:bodyPr>
          <a:lstStyle/>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I</a:t>
            </a:r>
            <a:r>
              <a:rPr lang="en-US" sz="3200" b="0" i="0" dirty="0">
                <a:effectLst/>
                <a:latin typeface="Microsoft Himalaya" panose="01010100010101010101" pitchFamily="2" charset="0"/>
                <a:ea typeface="Microsoft Himalaya" panose="01010100010101010101" pitchFamily="2" charset="0"/>
                <a:cs typeface="Microsoft Himalaya" panose="01010100010101010101" pitchFamily="2" charset="0"/>
              </a:rPr>
              <a:t>ncreased crop yield</a:t>
            </a:r>
            <a:endParaRPr lang="en-IN"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Tree>
    <p:extLst>
      <p:ext uri="{BB962C8B-B14F-4D97-AF65-F5344CB8AC3E}">
        <p14:creationId xmlns:p14="http://schemas.microsoft.com/office/powerpoint/2010/main" val="289860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F2A5-E7D0-7578-6BC0-AEFEEB5A4FB4}"/>
              </a:ext>
            </a:extLst>
          </p:cNvPr>
          <p:cNvSpPr>
            <a:spLocks noGrp="1"/>
          </p:cNvSpPr>
          <p:nvPr>
            <p:ph type="title"/>
          </p:nvPr>
        </p:nvSpPr>
        <p:spPr/>
        <p:txBody>
          <a:bodyPr/>
          <a:lstStyle/>
          <a:p>
            <a:r>
              <a:rPr lang="en-US" dirty="0">
                <a:latin typeface="Microsoft Himalaya" panose="01010100010101010101" pitchFamily="2" charset="0"/>
                <a:ea typeface="Microsoft Himalaya" panose="01010100010101010101" pitchFamily="2" charset="0"/>
                <a:cs typeface="Microsoft Himalaya" panose="01010100010101010101" pitchFamily="2" charset="0"/>
              </a:rPr>
              <a:t>PLAN OF ACTION</a:t>
            </a:r>
            <a:endParaRPr lang="en-IN"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3" name="Text Placeholder 2">
            <a:extLst>
              <a:ext uri="{FF2B5EF4-FFF2-40B4-BE49-F238E27FC236}">
                <a16:creationId xmlns:a16="http://schemas.microsoft.com/office/drawing/2014/main" id="{8393CB81-C31B-C54F-D44E-B80DE4976D7D}"/>
              </a:ext>
            </a:extLst>
          </p:cNvPr>
          <p:cNvSpPr>
            <a:spLocks noGrp="1"/>
          </p:cNvSpPr>
          <p:nvPr>
            <p:ph type="body" sz="quarter" idx="12"/>
          </p:nvPr>
        </p:nvSpPr>
        <p:spPr>
          <a:xfrm>
            <a:off x="467308" y="2186058"/>
            <a:ext cx="2406520" cy="315915"/>
          </a:xfrm>
          <a:ln>
            <a:solidFill>
              <a:schemeClr val="accent1"/>
            </a:solidFill>
          </a:ln>
        </p:spPr>
        <p:txBody>
          <a:bodyPr/>
          <a:lstStyle/>
          <a:p>
            <a:r>
              <a:rPr lang="en-US" dirty="0">
                <a:solidFill>
                  <a:schemeClr val="bg1"/>
                </a:solidFill>
                <a:latin typeface="Cambria Math" panose="02040503050406030204" pitchFamily="18" charset="0"/>
                <a:ea typeface="Cambria Math" panose="02040503050406030204" pitchFamily="18" charset="0"/>
              </a:rPr>
              <a:t>Sensors Deployment</a:t>
            </a:r>
            <a:endParaRPr lang="en-IN" dirty="0">
              <a:solidFill>
                <a:schemeClr val="bg1"/>
              </a:solidFill>
              <a:latin typeface="Cambria Math" panose="02040503050406030204" pitchFamily="18" charset="0"/>
              <a:ea typeface="Cambria Math" panose="02040503050406030204" pitchFamily="18" charset="0"/>
            </a:endParaRPr>
          </a:p>
        </p:txBody>
      </p:sp>
      <p:sp>
        <p:nvSpPr>
          <p:cNvPr id="4" name="Text Placeholder 3">
            <a:extLst>
              <a:ext uri="{FF2B5EF4-FFF2-40B4-BE49-F238E27FC236}">
                <a16:creationId xmlns:a16="http://schemas.microsoft.com/office/drawing/2014/main" id="{6E94A230-FF76-9F17-8DB3-5A7B9F69BED4}"/>
              </a:ext>
            </a:extLst>
          </p:cNvPr>
          <p:cNvSpPr>
            <a:spLocks noGrp="1"/>
          </p:cNvSpPr>
          <p:nvPr>
            <p:ph type="body" sz="quarter" idx="10"/>
          </p:nvPr>
        </p:nvSpPr>
        <p:spPr>
          <a:xfrm>
            <a:off x="3355321" y="2158678"/>
            <a:ext cx="2039620" cy="705363"/>
          </a:xfrm>
          <a:ln>
            <a:solidFill>
              <a:schemeClr val="accent1"/>
            </a:solidFill>
          </a:ln>
        </p:spPr>
        <p:txBody>
          <a:bodyPr/>
          <a:lstStyle/>
          <a:p>
            <a:r>
              <a:rPr lang="en-US" dirty="0">
                <a:latin typeface="Cambria Math" panose="02040503050406030204" pitchFamily="18" charset="0"/>
                <a:ea typeface="Cambria Math" panose="02040503050406030204" pitchFamily="18" charset="0"/>
              </a:rPr>
              <a:t>Data Collection and Analysis</a:t>
            </a:r>
            <a:endParaRPr lang="en-IN" dirty="0">
              <a:latin typeface="Cambria Math" panose="02040503050406030204" pitchFamily="18" charset="0"/>
              <a:ea typeface="Cambria Math" panose="02040503050406030204" pitchFamily="18" charset="0"/>
            </a:endParaRPr>
          </a:p>
        </p:txBody>
      </p:sp>
      <p:sp>
        <p:nvSpPr>
          <p:cNvPr id="5" name="Text Placeholder 4">
            <a:extLst>
              <a:ext uri="{FF2B5EF4-FFF2-40B4-BE49-F238E27FC236}">
                <a16:creationId xmlns:a16="http://schemas.microsoft.com/office/drawing/2014/main" id="{79F76A08-A2A0-EA72-1BA0-2435420A4BB5}"/>
              </a:ext>
            </a:extLst>
          </p:cNvPr>
          <p:cNvSpPr>
            <a:spLocks noGrp="1"/>
          </p:cNvSpPr>
          <p:nvPr>
            <p:ph type="body" sz="quarter" idx="14"/>
          </p:nvPr>
        </p:nvSpPr>
        <p:spPr>
          <a:xfrm>
            <a:off x="5876434" y="2148570"/>
            <a:ext cx="2284067" cy="705363"/>
          </a:xfrm>
          <a:ln>
            <a:solidFill>
              <a:schemeClr val="accent1"/>
            </a:solidFill>
          </a:ln>
        </p:spPr>
        <p:txBody>
          <a:bodyPr/>
          <a:lstStyle/>
          <a:p>
            <a:r>
              <a:rPr lang="en-US" dirty="0">
                <a:solidFill>
                  <a:schemeClr val="bg1"/>
                </a:solidFill>
                <a:latin typeface="Cambria Math" panose="02040503050406030204" pitchFamily="18" charset="0"/>
                <a:ea typeface="Cambria Math" panose="02040503050406030204" pitchFamily="18" charset="0"/>
              </a:rPr>
              <a:t>Automation and Decision Making</a:t>
            </a:r>
            <a:endParaRPr lang="en-IN" dirty="0">
              <a:solidFill>
                <a:schemeClr val="bg1"/>
              </a:solidFill>
              <a:latin typeface="Cambria Math" panose="02040503050406030204" pitchFamily="18" charset="0"/>
              <a:ea typeface="Cambria Math" panose="02040503050406030204" pitchFamily="18" charset="0"/>
            </a:endParaRPr>
          </a:p>
        </p:txBody>
      </p:sp>
      <p:sp>
        <p:nvSpPr>
          <p:cNvPr id="6" name="Text Placeholder 5">
            <a:extLst>
              <a:ext uri="{FF2B5EF4-FFF2-40B4-BE49-F238E27FC236}">
                <a16:creationId xmlns:a16="http://schemas.microsoft.com/office/drawing/2014/main" id="{5935F31C-088B-F484-66E6-9744484B9E6E}"/>
              </a:ext>
            </a:extLst>
          </p:cNvPr>
          <p:cNvSpPr>
            <a:spLocks noGrp="1"/>
          </p:cNvSpPr>
          <p:nvPr>
            <p:ph type="body" sz="quarter" idx="13"/>
          </p:nvPr>
        </p:nvSpPr>
        <p:spPr>
          <a:xfrm>
            <a:off x="8703758" y="2120237"/>
            <a:ext cx="2038465" cy="618187"/>
          </a:xfrm>
          <a:ln>
            <a:solidFill>
              <a:schemeClr val="accent1"/>
            </a:solidFill>
          </a:ln>
        </p:spPr>
        <p:txBody>
          <a:bodyPr/>
          <a:lstStyle/>
          <a:p>
            <a:r>
              <a:rPr lang="en-US" dirty="0">
                <a:latin typeface="Cambria Math" panose="02040503050406030204" pitchFamily="18" charset="0"/>
                <a:ea typeface="Cambria Math" panose="02040503050406030204" pitchFamily="18" charset="0"/>
              </a:rPr>
              <a:t>Providing Interface through LED</a:t>
            </a:r>
            <a:endParaRPr lang="en-IN" dirty="0">
              <a:latin typeface="Cambria Math" panose="02040503050406030204" pitchFamily="18" charset="0"/>
              <a:ea typeface="Cambria Math" panose="02040503050406030204" pitchFamily="18" charset="0"/>
            </a:endParaRPr>
          </a:p>
        </p:txBody>
      </p:sp>
      <p:sp>
        <p:nvSpPr>
          <p:cNvPr id="8" name="Text Placeholder 7">
            <a:extLst>
              <a:ext uri="{FF2B5EF4-FFF2-40B4-BE49-F238E27FC236}">
                <a16:creationId xmlns:a16="http://schemas.microsoft.com/office/drawing/2014/main" id="{1CA24E42-F7A9-20A1-A127-E9CAB3D0F7DD}"/>
              </a:ext>
            </a:extLst>
          </p:cNvPr>
          <p:cNvSpPr>
            <a:spLocks noGrp="1"/>
          </p:cNvSpPr>
          <p:nvPr>
            <p:ph type="body" sz="quarter" idx="15"/>
          </p:nvPr>
        </p:nvSpPr>
        <p:spPr>
          <a:xfrm>
            <a:off x="8565904" y="3408394"/>
            <a:ext cx="2038465" cy="618187"/>
          </a:xfrm>
          <a:ln>
            <a:solidFill>
              <a:schemeClr val="accent1"/>
            </a:solidFill>
          </a:ln>
        </p:spPr>
        <p:txBody>
          <a:bodyPr/>
          <a:lstStyle/>
          <a:p>
            <a:r>
              <a:rPr lang="en-US" dirty="0">
                <a:latin typeface="Cambria Math" panose="02040503050406030204" pitchFamily="18" charset="0"/>
                <a:ea typeface="Cambria Math" panose="02040503050406030204" pitchFamily="18" charset="0"/>
              </a:rPr>
              <a:t>Nutrient Management</a:t>
            </a:r>
            <a:endParaRPr lang="en-IN" dirty="0">
              <a:latin typeface="Cambria Math" panose="02040503050406030204" pitchFamily="18" charset="0"/>
              <a:ea typeface="Cambria Math" panose="02040503050406030204" pitchFamily="18" charset="0"/>
            </a:endParaRPr>
          </a:p>
        </p:txBody>
      </p:sp>
      <p:sp>
        <p:nvSpPr>
          <p:cNvPr id="9" name="Text Placeholder 8">
            <a:extLst>
              <a:ext uri="{FF2B5EF4-FFF2-40B4-BE49-F238E27FC236}">
                <a16:creationId xmlns:a16="http://schemas.microsoft.com/office/drawing/2014/main" id="{3CB2D4CE-8155-FA9C-5BA5-F98AAF1E07E7}"/>
              </a:ext>
            </a:extLst>
          </p:cNvPr>
          <p:cNvSpPr>
            <a:spLocks noGrp="1"/>
          </p:cNvSpPr>
          <p:nvPr>
            <p:ph type="body" sz="quarter" idx="18"/>
          </p:nvPr>
        </p:nvSpPr>
        <p:spPr>
          <a:xfrm>
            <a:off x="5921543" y="3299844"/>
            <a:ext cx="2193847" cy="1021277"/>
          </a:xfrm>
          <a:ln>
            <a:solidFill>
              <a:schemeClr val="accent1"/>
            </a:solidFill>
          </a:ln>
        </p:spPr>
        <p:txBody>
          <a:bodyPr/>
          <a:lstStyle/>
          <a:p>
            <a:r>
              <a:rPr lang="en-US" dirty="0">
                <a:solidFill>
                  <a:schemeClr val="bg1"/>
                </a:solidFill>
                <a:latin typeface="Cambria Math" panose="02040503050406030204" pitchFamily="18" charset="0"/>
                <a:ea typeface="Cambria Math" panose="02040503050406030204" pitchFamily="18" charset="0"/>
              </a:rPr>
              <a:t>Ensures water conservation measures</a:t>
            </a:r>
            <a:endParaRPr lang="en-IN" dirty="0">
              <a:solidFill>
                <a:schemeClr val="bg1"/>
              </a:solidFill>
              <a:latin typeface="Cambria Math" panose="02040503050406030204" pitchFamily="18" charset="0"/>
              <a:ea typeface="Cambria Math" panose="02040503050406030204" pitchFamily="18" charset="0"/>
            </a:endParaRPr>
          </a:p>
        </p:txBody>
      </p:sp>
      <p:sp>
        <p:nvSpPr>
          <p:cNvPr id="10" name="Text Placeholder 9">
            <a:extLst>
              <a:ext uri="{FF2B5EF4-FFF2-40B4-BE49-F238E27FC236}">
                <a16:creationId xmlns:a16="http://schemas.microsoft.com/office/drawing/2014/main" id="{9FEF7F90-76BA-DB85-9F18-5F0F5DEA44AD}"/>
              </a:ext>
            </a:extLst>
          </p:cNvPr>
          <p:cNvSpPr>
            <a:spLocks noGrp="1"/>
          </p:cNvSpPr>
          <p:nvPr>
            <p:ph type="body" sz="quarter" idx="17"/>
          </p:nvPr>
        </p:nvSpPr>
        <p:spPr>
          <a:xfrm>
            <a:off x="3201094" y="3304298"/>
            <a:ext cx="2193847" cy="705363"/>
          </a:xfrm>
          <a:ln>
            <a:solidFill>
              <a:schemeClr val="accent1"/>
            </a:solidFill>
          </a:ln>
        </p:spPr>
        <p:txBody>
          <a:bodyPr/>
          <a:lstStyle/>
          <a:p>
            <a:r>
              <a:rPr lang="en-US" dirty="0">
                <a:latin typeface="Cambria Math" panose="02040503050406030204" pitchFamily="18" charset="0"/>
                <a:ea typeface="Cambria Math" panose="02040503050406030204" pitchFamily="18" charset="0"/>
              </a:rPr>
              <a:t>Energy Efficiency and Sustainability</a:t>
            </a:r>
            <a:endParaRPr lang="en-IN" dirty="0">
              <a:latin typeface="Cambria Math" panose="02040503050406030204" pitchFamily="18" charset="0"/>
              <a:ea typeface="Cambria Math" panose="02040503050406030204" pitchFamily="18" charset="0"/>
            </a:endParaRPr>
          </a:p>
        </p:txBody>
      </p:sp>
      <p:sp>
        <p:nvSpPr>
          <p:cNvPr id="12" name="Text Placeholder 11">
            <a:extLst>
              <a:ext uri="{FF2B5EF4-FFF2-40B4-BE49-F238E27FC236}">
                <a16:creationId xmlns:a16="http://schemas.microsoft.com/office/drawing/2014/main" id="{5888898E-6A64-4341-B88C-15AFFE66DD5D}"/>
              </a:ext>
            </a:extLst>
          </p:cNvPr>
          <p:cNvSpPr>
            <a:spLocks noGrp="1"/>
          </p:cNvSpPr>
          <p:nvPr>
            <p:ph type="body" sz="quarter" idx="19"/>
          </p:nvPr>
        </p:nvSpPr>
        <p:spPr>
          <a:xfrm>
            <a:off x="590556" y="3292885"/>
            <a:ext cx="2160024" cy="618187"/>
          </a:xfrm>
          <a:ln>
            <a:solidFill>
              <a:schemeClr val="accent1"/>
            </a:solidFill>
          </a:ln>
        </p:spPr>
        <p:txBody>
          <a:bodyPr/>
          <a:lstStyle/>
          <a:p>
            <a:r>
              <a:rPr lang="en-US" dirty="0">
                <a:latin typeface="Cambria Math" panose="02040503050406030204" pitchFamily="18" charset="0"/>
                <a:ea typeface="Cambria Math" panose="02040503050406030204" pitchFamily="18" charset="0"/>
              </a:rPr>
              <a:t>Feedback and Analysis</a:t>
            </a:r>
            <a:endParaRPr lang="en-IN" dirty="0">
              <a:latin typeface="Cambria Math" panose="02040503050406030204" pitchFamily="18" charset="0"/>
              <a:ea typeface="Cambria Math" panose="02040503050406030204" pitchFamily="18" charset="0"/>
            </a:endParaRPr>
          </a:p>
        </p:txBody>
      </p:sp>
      <p:sp>
        <p:nvSpPr>
          <p:cNvPr id="13" name="Slide Number Placeholder 12">
            <a:extLst>
              <a:ext uri="{FF2B5EF4-FFF2-40B4-BE49-F238E27FC236}">
                <a16:creationId xmlns:a16="http://schemas.microsoft.com/office/drawing/2014/main" id="{D37E48C8-8B79-9CBC-23BA-5F0DA473396F}"/>
              </a:ext>
            </a:extLst>
          </p:cNvPr>
          <p:cNvSpPr>
            <a:spLocks noGrp="1"/>
          </p:cNvSpPr>
          <p:nvPr>
            <p:ph type="sldNum" sz="quarter" idx="23"/>
          </p:nvPr>
        </p:nvSpPr>
        <p:spPr/>
        <p:txBody>
          <a:bodyPr/>
          <a:lstStyle/>
          <a:p>
            <a:fld id="{294A09A9-5501-47C1-A89A-A340965A2BE2}" type="slidenum">
              <a:rPr lang="en-US" smtClean="0"/>
              <a:pPr/>
              <a:t>8</a:t>
            </a:fld>
            <a:endParaRPr lang="en-US" dirty="0">
              <a:latin typeface="+mn-lt"/>
            </a:endParaRPr>
          </a:p>
        </p:txBody>
      </p:sp>
      <p:sp>
        <p:nvSpPr>
          <p:cNvPr id="15" name="Arrow: Right 14">
            <a:extLst>
              <a:ext uri="{FF2B5EF4-FFF2-40B4-BE49-F238E27FC236}">
                <a16:creationId xmlns:a16="http://schemas.microsoft.com/office/drawing/2014/main" id="{EE281720-05CE-A0FA-A4C6-7D34DBD42FD6}"/>
              </a:ext>
            </a:extLst>
          </p:cNvPr>
          <p:cNvSpPr/>
          <p:nvPr/>
        </p:nvSpPr>
        <p:spPr>
          <a:xfrm>
            <a:off x="2871979" y="2322394"/>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E1C83EA9-A866-FBE6-0A11-964C712E1919}"/>
              </a:ext>
            </a:extLst>
          </p:cNvPr>
          <p:cNvSpPr/>
          <p:nvPr/>
        </p:nvSpPr>
        <p:spPr>
          <a:xfrm>
            <a:off x="5404944" y="2371575"/>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B3EE850F-34E8-1B36-B603-85977CDF4462}"/>
              </a:ext>
            </a:extLst>
          </p:cNvPr>
          <p:cNvSpPr/>
          <p:nvPr/>
        </p:nvSpPr>
        <p:spPr>
          <a:xfrm>
            <a:off x="8189533" y="2337036"/>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DE61AADF-9000-5602-A940-7E862C011A71}"/>
              </a:ext>
            </a:extLst>
          </p:cNvPr>
          <p:cNvSpPr/>
          <p:nvPr/>
        </p:nvSpPr>
        <p:spPr>
          <a:xfrm rot="10800000">
            <a:off x="8080712" y="3643288"/>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7EB6D819-89E1-CFEC-37B3-604A1ED13ECD}"/>
              </a:ext>
            </a:extLst>
          </p:cNvPr>
          <p:cNvSpPr/>
          <p:nvPr/>
        </p:nvSpPr>
        <p:spPr>
          <a:xfrm rot="10800000">
            <a:off x="5436351" y="3601978"/>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18881821-5456-E0C7-DC37-0A53AAFAFB7D}"/>
              </a:ext>
            </a:extLst>
          </p:cNvPr>
          <p:cNvSpPr/>
          <p:nvPr/>
        </p:nvSpPr>
        <p:spPr>
          <a:xfrm rot="10800000">
            <a:off x="2731047" y="3532967"/>
            <a:ext cx="485192" cy="1155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Arrow: Down 23">
            <a:extLst>
              <a:ext uri="{FF2B5EF4-FFF2-40B4-BE49-F238E27FC236}">
                <a16:creationId xmlns:a16="http://schemas.microsoft.com/office/drawing/2014/main" id="{3A311BB5-8713-E41A-4B3B-63E9AA94DA6C}"/>
              </a:ext>
            </a:extLst>
          </p:cNvPr>
          <p:cNvSpPr/>
          <p:nvPr/>
        </p:nvSpPr>
        <p:spPr>
          <a:xfrm>
            <a:off x="9629683" y="2764315"/>
            <a:ext cx="186613" cy="6181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26" name="Graphic 25" descr="A robot with a raised arm">
            <a:extLst>
              <a:ext uri="{FF2B5EF4-FFF2-40B4-BE49-F238E27FC236}">
                <a16:creationId xmlns:a16="http://schemas.microsoft.com/office/drawing/2014/main" id="{DA7AB650-28CA-FEDC-41CD-0A1241EDF8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38387" y="3590722"/>
            <a:ext cx="3043737" cy="3551657"/>
          </a:xfrm>
          <a:prstGeom prst="rect">
            <a:avLst/>
          </a:prstGeom>
        </p:spPr>
      </p:pic>
    </p:spTree>
    <p:extLst>
      <p:ext uri="{BB962C8B-B14F-4D97-AF65-F5344CB8AC3E}">
        <p14:creationId xmlns:p14="http://schemas.microsoft.com/office/powerpoint/2010/main" val="659430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6CE3-598D-2314-AFD4-D770478F8B98}"/>
              </a:ext>
            </a:extLst>
          </p:cNvPr>
          <p:cNvSpPr>
            <a:spLocks noGrp="1"/>
          </p:cNvSpPr>
          <p:nvPr>
            <p:ph type="title"/>
          </p:nvPr>
        </p:nvSpPr>
        <p:spPr>
          <a:xfrm>
            <a:off x="952500" y="470910"/>
            <a:ext cx="6192557" cy="1060718"/>
          </a:xfrm>
        </p:spPr>
        <p:txBody>
          <a:bodyPr/>
          <a:lstStyle/>
          <a:p>
            <a:r>
              <a:rPr lang="en-US" sz="3200" b="0" dirty="0">
                <a:latin typeface="Cambria Math" panose="02040503050406030204" pitchFamily="18" charset="0"/>
                <a:ea typeface="Cambria Math" panose="02040503050406030204" pitchFamily="18" charset="0"/>
              </a:rPr>
              <a:t>SOFTWARE  AND HARDWARE                      REQUIREMENTS</a:t>
            </a:r>
            <a:endParaRPr lang="en-IN" sz="3200" dirty="0"/>
          </a:p>
        </p:txBody>
      </p:sp>
      <p:sp>
        <p:nvSpPr>
          <p:cNvPr id="4" name="Text Placeholder 3">
            <a:extLst>
              <a:ext uri="{FF2B5EF4-FFF2-40B4-BE49-F238E27FC236}">
                <a16:creationId xmlns:a16="http://schemas.microsoft.com/office/drawing/2014/main" id="{48921545-9C97-8D53-8876-7C853902D103}"/>
              </a:ext>
            </a:extLst>
          </p:cNvPr>
          <p:cNvSpPr>
            <a:spLocks noGrp="1"/>
          </p:cNvSpPr>
          <p:nvPr>
            <p:ph type="body" sz="quarter" idx="10"/>
          </p:nvPr>
        </p:nvSpPr>
        <p:spPr>
          <a:xfrm>
            <a:off x="971550" y="2329865"/>
            <a:ext cx="1856014" cy="589887"/>
          </a:xfrm>
          <a:ln>
            <a:solidFill>
              <a:schemeClr val="tx2"/>
            </a:solidFill>
          </a:ln>
        </p:spPr>
        <p:txBody>
          <a:bodyPr>
            <a:normAutofit/>
          </a:bodyPr>
          <a:lstStyle/>
          <a:p>
            <a:r>
              <a:rPr lang="en-IN" sz="2000" dirty="0"/>
              <a:t>Arduino UNO</a:t>
            </a:r>
          </a:p>
        </p:txBody>
      </p:sp>
      <p:sp>
        <p:nvSpPr>
          <p:cNvPr id="5" name="Text Placeholder 4">
            <a:extLst>
              <a:ext uri="{FF2B5EF4-FFF2-40B4-BE49-F238E27FC236}">
                <a16:creationId xmlns:a16="http://schemas.microsoft.com/office/drawing/2014/main" id="{E406C2B2-5C66-B32A-0C0D-673F2FF187A8}"/>
              </a:ext>
            </a:extLst>
          </p:cNvPr>
          <p:cNvSpPr>
            <a:spLocks noGrp="1"/>
          </p:cNvSpPr>
          <p:nvPr>
            <p:ph type="body" sz="quarter" idx="14"/>
          </p:nvPr>
        </p:nvSpPr>
        <p:spPr>
          <a:xfrm>
            <a:off x="953655" y="3099426"/>
            <a:ext cx="2965202" cy="705362"/>
          </a:xfrm>
          <a:ln>
            <a:solidFill>
              <a:schemeClr val="tx2"/>
            </a:solidFill>
          </a:ln>
        </p:spPr>
        <p:txBody>
          <a:bodyPr/>
          <a:lstStyle/>
          <a:p>
            <a:r>
              <a:rPr lang="en-IN" dirty="0">
                <a:solidFill>
                  <a:schemeClr val="bg1"/>
                </a:solidFill>
                <a:latin typeface="Cambria Math" panose="02040503050406030204" pitchFamily="18" charset="0"/>
                <a:ea typeface="Cambria Math" panose="02040503050406030204" pitchFamily="18" charset="0"/>
              </a:rPr>
              <a:t>Soil Moisture Sensors</a:t>
            </a:r>
          </a:p>
        </p:txBody>
      </p:sp>
      <p:sp>
        <p:nvSpPr>
          <p:cNvPr id="6" name="Text Placeholder 5">
            <a:extLst>
              <a:ext uri="{FF2B5EF4-FFF2-40B4-BE49-F238E27FC236}">
                <a16:creationId xmlns:a16="http://schemas.microsoft.com/office/drawing/2014/main" id="{FFE14FEE-47CE-C248-899C-53760FC2C738}"/>
              </a:ext>
            </a:extLst>
          </p:cNvPr>
          <p:cNvSpPr>
            <a:spLocks noGrp="1"/>
          </p:cNvSpPr>
          <p:nvPr>
            <p:ph type="body" sz="quarter" idx="13"/>
          </p:nvPr>
        </p:nvSpPr>
        <p:spPr>
          <a:xfrm>
            <a:off x="953655" y="3984463"/>
            <a:ext cx="2965202" cy="627460"/>
          </a:xfrm>
          <a:ln>
            <a:solidFill>
              <a:schemeClr val="tx2"/>
            </a:solidFill>
          </a:ln>
        </p:spPr>
        <p:txBody>
          <a:bodyPr/>
          <a:lstStyle/>
          <a:p>
            <a:r>
              <a:rPr lang="en-IN" sz="1800" dirty="0">
                <a:latin typeface="Cambria Math" panose="02040503050406030204" pitchFamily="18" charset="0"/>
                <a:ea typeface="Cambria Math" panose="02040503050406030204" pitchFamily="18" charset="0"/>
              </a:rPr>
              <a:t>Soil Nutrients Sensors</a:t>
            </a:r>
          </a:p>
          <a:p>
            <a:endParaRPr lang="en-IN" sz="1800" dirty="0">
              <a:latin typeface="Cambria Math" panose="02040503050406030204" pitchFamily="18" charset="0"/>
              <a:ea typeface="Cambria Math" panose="02040503050406030204" pitchFamily="18" charset="0"/>
            </a:endParaRPr>
          </a:p>
          <a:p>
            <a:endParaRPr lang="en-IN" dirty="0"/>
          </a:p>
          <a:p>
            <a:endParaRPr lang="en-IN" dirty="0"/>
          </a:p>
          <a:p>
            <a:endParaRPr lang="en-IN" dirty="0"/>
          </a:p>
          <a:p>
            <a:endParaRPr lang="en-IN" dirty="0"/>
          </a:p>
          <a:p>
            <a:endParaRPr lang="en-IN" dirty="0"/>
          </a:p>
          <a:p>
            <a:endParaRPr lang="en-IN" dirty="0"/>
          </a:p>
        </p:txBody>
      </p:sp>
      <p:sp>
        <p:nvSpPr>
          <p:cNvPr id="8" name="Text Placeholder 7">
            <a:extLst>
              <a:ext uri="{FF2B5EF4-FFF2-40B4-BE49-F238E27FC236}">
                <a16:creationId xmlns:a16="http://schemas.microsoft.com/office/drawing/2014/main" id="{5B8A0C92-5FCE-7F98-CB69-70FE2AFF0420}"/>
              </a:ext>
            </a:extLst>
          </p:cNvPr>
          <p:cNvSpPr>
            <a:spLocks noGrp="1"/>
          </p:cNvSpPr>
          <p:nvPr>
            <p:ph type="body" sz="quarter" idx="15"/>
          </p:nvPr>
        </p:nvSpPr>
        <p:spPr>
          <a:xfrm>
            <a:off x="952500" y="4791599"/>
            <a:ext cx="2965202" cy="816100"/>
          </a:xfrm>
          <a:ln>
            <a:solidFill>
              <a:schemeClr val="tx2"/>
            </a:solidFill>
          </a:ln>
        </p:spPr>
        <p:txBody>
          <a:bodyPr>
            <a:normAutofit/>
          </a:bodyPr>
          <a:lstStyle/>
          <a:p>
            <a:r>
              <a:rPr lang="en-IN" sz="1800" dirty="0">
                <a:latin typeface="Cambria Math" panose="02040503050406030204" pitchFamily="18" charset="0"/>
                <a:ea typeface="Cambria Math" panose="02040503050406030204" pitchFamily="18" charset="0"/>
              </a:rPr>
              <a:t>Machine Learning Algorithms</a:t>
            </a:r>
          </a:p>
        </p:txBody>
      </p:sp>
      <p:sp>
        <p:nvSpPr>
          <p:cNvPr id="13" name="Slide Number Placeholder 12">
            <a:extLst>
              <a:ext uri="{FF2B5EF4-FFF2-40B4-BE49-F238E27FC236}">
                <a16:creationId xmlns:a16="http://schemas.microsoft.com/office/drawing/2014/main" id="{79E7592A-E69F-F186-629F-44A97A4001B1}"/>
              </a:ext>
            </a:extLst>
          </p:cNvPr>
          <p:cNvSpPr>
            <a:spLocks noGrp="1"/>
          </p:cNvSpPr>
          <p:nvPr>
            <p:ph type="sldNum" sz="quarter" idx="23"/>
          </p:nvPr>
        </p:nvSpPr>
        <p:spPr/>
        <p:txBody>
          <a:bodyPr/>
          <a:lstStyle/>
          <a:p>
            <a:fld id="{294A09A9-5501-47C1-A89A-A340965A2BE2}" type="slidenum">
              <a:rPr lang="en-US" smtClean="0"/>
              <a:pPr/>
              <a:t>9</a:t>
            </a:fld>
            <a:endParaRPr lang="en-US" dirty="0">
              <a:latin typeface="+mn-lt"/>
            </a:endParaRPr>
          </a:p>
        </p:txBody>
      </p:sp>
      <p:pic>
        <p:nvPicPr>
          <p:cNvPr id="10" name="Graphic 9" descr="A mug filled with office supplies">
            <a:extLst>
              <a:ext uri="{FF2B5EF4-FFF2-40B4-BE49-F238E27FC236}">
                <a16:creationId xmlns:a16="http://schemas.microsoft.com/office/drawing/2014/main" id="{CEA33EBA-5945-D3F0-7BAD-DE5FD9477A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1609531"/>
            <a:ext cx="4572000" cy="4572000"/>
          </a:xfrm>
          <a:prstGeom prst="rect">
            <a:avLst/>
          </a:prstGeom>
        </p:spPr>
      </p:pic>
    </p:spTree>
    <p:extLst>
      <p:ext uri="{BB962C8B-B14F-4D97-AF65-F5344CB8AC3E}">
        <p14:creationId xmlns:p14="http://schemas.microsoft.com/office/powerpoint/2010/main" val="303163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arn(inVertical)">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arn(inVertic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bg/>
                                          </p:spTgt>
                                        </p:tgtEl>
                                        <p:attrNameLst>
                                          <p:attrName>style.visibility</p:attrName>
                                        </p:attrNameLst>
                                      </p:cBhvr>
                                      <p:to>
                                        <p:strVal val="visible"/>
                                      </p:to>
                                    </p:set>
                                    <p:animEffect transition="in" filter="barn(inVertical)">
                                      <p:cBhvr>
                                        <p:cTn id="17" dur="500"/>
                                        <p:tgtEl>
                                          <p:spTgt spid="5">
                                            <p:bg/>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arn(inVertical)">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animEffect transition="in" filter="barn(inVertical)">
                                      <p:cBhvr>
                                        <p:cTn id="27" dur="500"/>
                                        <p:tgtEl>
                                          <p:spTgt spid="6">
                                            <p:bg/>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barn(inVertical)">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bg/>
                                          </p:spTgt>
                                        </p:tgtEl>
                                        <p:attrNameLst>
                                          <p:attrName>style.visibility</p:attrName>
                                        </p:attrNameLst>
                                      </p:cBhvr>
                                      <p:to>
                                        <p:strVal val="visible"/>
                                      </p:to>
                                    </p:set>
                                    <p:animEffect transition="in" filter="barn(inVertical)">
                                      <p:cBhvr>
                                        <p:cTn id="37" dur="500"/>
                                        <p:tgtEl>
                                          <p:spTgt spid="8">
                                            <p:bg/>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barn(inVertical)">
                                      <p:cBhvr>
                                        <p:cTn id="4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build="p" animBg="1"/>
      <p:bldP spid="6" grpId="0" build="p" animBg="1"/>
      <p:bldP spid="8"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DACF-67BA-12E6-A1BD-FC48515D5185}"/>
              </a:ext>
            </a:extLst>
          </p:cNvPr>
          <p:cNvSpPr>
            <a:spLocks noGrp="1"/>
          </p:cNvSpPr>
          <p:nvPr>
            <p:ph type="title"/>
          </p:nvPr>
        </p:nvSpPr>
        <p:spPr>
          <a:xfrm>
            <a:off x="860660" y="38343"/>
            <a:ext cx="10287000" cy="585342"/>
          </a:xfrm>
        </p:spPr>
        <p:txBody>
          <a:bodyPr/>
          <a:lstStyle/>
          <a:p>
            <a:r>
              <a:rPr lang="en-IN" sz="3600" dirty="0">
                <a:latin typeface="Cambria Math" panose="02040503050406030204" pitchFamily="18" charset="0"/>
                <a:ea typeface="Cambria Math" panose="02040503050406030204" pitchFamily="18" charset="0"/>
              </a:rPr>
              <a:t>LITERATURE SURVEY</a:t>
            </a:r>
          </a:p>
        </p:txBody>
      </p:sp>
      <p:sp>
        <p:nvSpPr>
          <p:cNvPr id="4" name="Slide Number Placeholder 3">
            <a:extLst>
              <a:ext uri="{FF2B5EF4-FFF2-40B4-BE49-F238E27FC236}">
                <a16:creationId xmlns:a16="http://schemas.microsoft.com/office/drawing/2014/main" id="{A9716EA0-AF88-1173-2F61-123E8570077B}"/>
              </a:ext>
            </a:extLst>
          </p:cNvPr>
          <p:cNvSpPr>
            <a:spLocks noGrp="1"/>
          </p:cNvSpPr>
          <p:nvPr>
            <p:ph type="sldNum" sz="quarter" idx="13"/>
          </p:nvPr>
        </p:nvSpPr>
        <p:spPr/>
        <p:txBody>
          <a:bodyPr/>
          <a:lstStyle/>
          <a:p>
            <a:fld id="{294A09A9-5501-47C1-A89A-A340965A2BE2}" type="slidenum">
              <a:rPr lang="en-US" smtClean="0"/>
              <a:pPr/>
              <a:t>10</a:t>
            </a:fld>
            <a:endParaRPr lang="en-US" dirty="0">
              <a:latin typeface="+mn-lt"/>
            </a:endParaRPr>
          </a:p>
        </p:txBody>
      </p:sp>
      <p:sp>
        <p:nvSpPr>
          <p:cNvPr id="5" name="Footer Placeholder 4">
            <a:extLst>
              <a:ext uri="{FF2B5EF4-FFF2-40B4-BE49-F238E27FC236}">
                <a16:creationId xmlns:a16="http://schemas.microsoft.com/office/drawing/2014/main" id="{1CA7F0AA-BDA6-A306-D888-E77B2B63E8C6}"/>
              </a:ext>
            </a:extLst>
          </p:cNvPr>
          <p:cNvSpPr>
            <a:spLocks noGrp="1"/>
          </p:cNvSpPr>
          <p:nvPr>
            <p:ph type="ftr" sz="quarter" idx="12"/>
          </p:nvPr>
        </p:nvSpPr>
        <p:spPr/>
        <p:txBody>
          <a:bodyPr/>
          <a:lstStyle/>
          <a:p>
            <a:r>
              <a:rPr lang="en-US"/>
              <a:t>Annual Review</a:t>
            </a:r>
            <a:endParaRPr lang="en-US" b="0" dirty="0"/>
          </a:p>
        </p:txBody>
      </p:sp>
      <p:sp>
        <p:nvSpPr>
          <p:cNvPr id="9" name="Rectangle: Rounded Corners 8">
            <a:extLst>
              <a:ext uri="{FF2B5EF4-FFF2-40B4-BE49-F238E27FC236}">
                <a16:creationId xmlns:a16="http://schemas.microsoft.com/office/drawing/2014/main" id="{DA66D044-1AD2-F54E-BA50-B6AE58205A7D}"/>
              </a:ext>
            </a:extLst>
          </p:cNvPr>
          <p:cNvSpPr/>
          <p:nvPr/>
        </p:nvSpPr>
        <p:spPr>
          <a:xfrm>
            <a:off x="83975" y="711411"/>
            <a:ext cx="6680718" cy="125574"/>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2" name="Table 11">
            <a:extLst>
              <a:ext uri="{FF2B5EF4-FFF2-40B4-BE49-F238E27FC236}">
                <a16:creationId xmlns:a16="http://schemas.microsoft.com/office/drawing/2014/main" id="{82F107D5-0C6D-8E01-F1DC-905E7BA48B35}"/>
              </a:ext>
            </a:extLst>
          </p:cNvPr>
          <p:cNvGraphicFramePr>
            <a:graphicFrameLocks noGrp="1"/>
          </p:cNvGraphicFramePr>
          <p:nvPr/>
        </p:nvGraphicFramePr>
        <p:xfrm>
          <a:off x="466530" y="1091808"/>
          <a:ext cx="11417850" cy="5602326"/>
        </p:xfrm>
        <a:graphic>
          <a:graphicData uri="http://schemas.openxmlformats.org/drawingml/2006/table">
            <a:tbl>
              <a:tblPr firstRow="1" bandRow="1">
                <a:tableStyleId>{BC89EF96-8CEA-46FF-86C4-4CE0E7609802}</a:tableStyleId>
              </a:tblPr>
              <a:tblGrid>
                <a:gridCol w="483235">
                  <a:extLst>
                    <a:ext uri="{9D8B030D-6E8A-4147-A177-3AD203B41FA5}">
                      <a16:colId xmlns:a16="http://schemas.microsoft.com/office/drawing/2014/main" val="1653119399"/>
                    </a:ext>
                  </a:extLst>
                </a:gridCol>
                <a:gridCol w="3125852">
                  <a:extLst>
                    <a:ext uri="{9D8B030D-6E8A-4147-A177-3AD203B41FA5}">
                      <a16:colId xmlns:a16="http://schemas.microsoft.com/office/drawing/2014/main" val="895195812"/>
                    </a:ext>
                  </a:extLst>
                </a:gridCol>
                <a:gridCol w="2843416">
                  <a:extLst>
                    <a:ext uri="{9D8B030D-6E8A-4147-A177-3AD203B41FA5}">
                      <a16:colId xmlns:a16="http://schemas.microsoft.com/office/drawing/2014/main" val="3522268764"/>
                    </a:ext>
                  </a:extLst>
                </a:gridCol>
                <a:gridCol w="4965347">
                  <a:extLst>
                    <a:ext uri="{9D8B030D-6E8A-4147-A177-3AD203B41FA5}">
                      <a16:colId xmlns:a16="http://schemas.microsoft.com/office/drawing/2014/main" val="1612060922"/>
                    </a:ext>
                  </a:extLst>
                </a:gridCol>
              </a:tblGrid>
              <a:tr h="756006">
                <a:tc>
                  <a:txBody>
                    <a:bodyPr/>
                    <a:lstStyle/>
                    <a:p>
                      <a:r>
                        <a:rPr lang="en-IN" dirty="0">
                          <a:solidFill>
                            <a:schemeClr val="bg1"/>
                          </a:solidFill>
                          <a:latin typeface="Cambria Math" panose="02040503050406030204" pitchFamily="18" charset="0"/>
                          <a:ea typeface="Cambria Math" panose="02040503050406030204" pitchFamily="18" charset="0"/>
                        </a:rPr>
                        <a:t>Sr.</a:t>
                      </a:r>
                    </a:p>
                  </a:txBody>
                  <a:tcPr/>
                </a:tc>
                <a:tc>
                  <a:txBody>
                    <a:bodyPr/>
                    <a:lstStyle/>
                    <a:p>
                      <a:r>
                        <a:rPr lang="en-IN" dirty="0">
                          <a:solidFill>
                            <a:schemeClr val="bg1"/>
                          </a:solidFill>
                          <a:latin typeface="Cambria Math" panose="02040503050406030204" pitchFamily="18" charset="0"/>
                          <a:ea typeface="Cambria Math" panose="02040503050406030204" pitchFamily="18" charset="0"/>
                        </a:rPr>
                        <a:t>Title of Paper</a:t>
                      </a:r>
                    </a:p>
                  </a:txBody>
                  <a:tcPr/>
                </a:tc>
                <a:tc>
                  <a:txBody>
                    <a:bodyPr/>
                    <a:lstStyle/>
                    <a:p>
                      <a:r>
                        <a:rPr lang="en-IN" dirty="0">
                          <a:solidFill>
                            <a:schemeClr val="bg1"/>
                          </a:solidFill>
                          <a:latin typeface="Cambria Math" panose="02040503050406030204" pitchFamily="18" charset="0"/>
                          <a:ea typeface="Cambria Math" panose="02040503050406030204" pitchFamily="18" charset="0"/>
                        </a:rPr>
                        <a:t>Author Name</a:t>
                      </a:r>
                    </a:p>
                  </a:txBody>
                  <a:tcPr/>
                </a:tc>
                <a:tc>
                  <a:txBody>
                    <a:bodyPr/>
                    <a:lstStyle/>
                    <a:p>
                      <a:r>
                        <a:rPr lang="en-IN" dirty="0">
                          <a:solidFill>
                            <a:schemeClr val="bg1"/>
                          </a:solidFill>
                          <a:latin typeface="Cambria Math" panose="02040503050406030204" pitchFamily="18" charset="0"/>
                          <a:ea typeface="Cambria Math" panose="02040503050406030204" pitchFamily="18" charset="0"/>
                        </a:rPr>
                        <a:t>Major Observations</a:t>
                      </a:r>
                    </a:p>
                  </a:txBody>
                  <a:tcPr/>
                </a:tc>
                <a:extLst>
                  <a:ext uri="{0D108BD9-81ED-4DB2-BD59-A6C34878D82A}">
                    <a16:rowId xmlns:a16="http://schemas.microsoft.com/office/drawing/2014/main" val="3141070301"/>
                  </a:ext>
                </a:extLst>
              </a:tr>
              <a:tr h="1275224">
                <a:tc>
                  <a:txBody>
                    <a:bodyPr/>
                    <a:lstStyle/>
                    <a:p>
                      <a:r>
                        <a:rPr lang="en-IN"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sym typeface="+mn-ea"/>
                        </a:rPr>
                        <a:t>The Smart Irrigation System Using IOT</a:t>
                      </a:r>
                      <a:endPar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p>
                      <a:endParaRPr lang="en-IN" sz="2400" dirty="0">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Dr. C. K. Gomathy, Mr. A. </a:t>
                      </a:r>
                      <a:r>
                        <a:rPr lang="en-US" sz="24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Vamsikumar</a:t>
                      </a: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Mr. B. Karthik, Mr. A. </a:t>
                      </a:r>
                      <a:r>
                        <a:rPr lang="en-US" sz="24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Purushothamreddy</a:t>
                      </a: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a:t>
                      </a:r>
                      <a:endParaRPr lang="en-IN"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The study include the efficient use of water resources</a:t>
                      </a: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a:t>
                      </a:r>
                    </a:p>
                    <a:p>
                      <a:endParaRPr lang="en-IN"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extLst>
                  <a:ext uri="{0D108BD9-81ED-4DB2-BD59-A6C34878D82A}">
                    <a16:rowId xmlns:a16="http://schemas.microsoft.com/office/drawing/2014/main" val="1428956247"/>
                  </a:ext>
                </a:extLst>
              </a:tr>
              <a:tr h="1736515">
                <a:tc>
                  <a:txBody>
                    <a:bodyPr/>
                    <a:lstStyle/>
                    <a:p>
                      <a:r>
                        <a:rPr lang="en-IN"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Arduino Based Smart Irrigation System Using IOT</a:t>
                      </a:r>
                    </a:p>
                    <a:p>
                      <a:endParaRPr lang="en-IN"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R.Nandhini</a:t>
                      </a: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S. </a:t>
                      </a:r>
                      <a:r>
                        <a:rPr lang="en-US" sz="28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Poovizhi</a:t>
                      </a: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Priyanka Jose, R. </a:t>
                      </a:r>
                      <a:r>
                        <a:rPr lang="en-US" sz="28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Ranjitha</a:t>
                      </a: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Dr. S. Anila(2017)</a:t>
                      </a:r>
                    </a:p>
                    <a:p>
                      <a:endParaRPr lang="en-IN"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The main obj. of the smart irrigation is to make it more innovative, user friendly, time saving &amp; more efficient</a:t>
                      </a:r>
                      <a:endParaRPr lang="en-IN"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extLst>
                  <a:ext uri="{0D108BD9-81ED-4DB2-BD59-A6C34878D82A}">
                    <a16:rowId xmlns:a16="http://schemas.microsoft.com/office/drawing/2014/main" val="1580408682"/>
                  </a:ext>
                </a:extLst>
              </a:tr>
              <a:tr h="1667601">
                <a:tc>
                  <a:txBody>
                    <a:bodyPr/>
                    <a:lstStyle/>
                    <a:p>
                      <a:r>
                        <a:rPr lang="en-IN"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Smart Farming Using Machine Learning and Deep Learning Techniques</a:t>
                      </a:r>
                    </a:p>
                    <a:p>
                      <a:endParaRPr lang="en-IN" sz="2400" dirty="0">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Senthil Kumar Swami </a:t>
                      </a:r>
                      <a:r>
                        <a:rPr lang="en-US" sz="24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Durai</a:t>
                      </a: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 Mary Divya </a:t>
                      </a:r>
                      <a:r>
                        <a:rPr lang="en-US" sz="2400" dirty="0" err="1">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Shamili</a:t>
                      </a:r>
                      <a:r>
                        <a:rPr lang="en-US"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(2022)</a:t>
                      </a:r>
                    </a:p>
                    <a:p>
                      <a:endParaRPr lang="en-IN"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rPr>
                        <a:t>The aim of this work is to help an individual cultivate crops efficiently</a:t>
                      </a:r>
                    </a:p>
                    <a:p>
                      <a:endParaRPr lang="en-IN" sz="2400" dirty="0">
                        <a:solidFill>
                          <a:schemeClr val="bg1"/>
                        </a:solidFill>
                        <a:latin typeface="Microsoft Himalaya" panose="01010100010101010101" pitchFamily="2" charset="0"/>
                        <a:ea typeface="Microsoft Himalaya" panose="01010100010101010101" pitchFamily="2" charset="0"/>
                        <a:cs typeface="Microsoft Himalaya" panose="01010100010101010101" pitchFamily="2" charset="0"/>
                      </a:endParaRPr>
                    </a:p>
                  </a:txBody>
                  <a:tcPr/>
                </a:tc>
                <a:extLst>
                  <a:ext uri="{0D108BD9-81ED-4DB2-BD59-A6C34878D82A}">
                    <a16:rowId xmlns:a16="http://schemas.microsoft.com/office/drawing/2014/main" val="1090765251"/>
                  </a:ext>
                </a:extLst>
              </a:tr>
            </a:tbl>
          </a:graphicData>
        </a:graphic>
      </p:graphicFrame>
    </p:spTree>
    <p:extLst>
      <p:ext uri="{BB962C8B-B14F-4D97-AF65-F5344CB8AC3E}">
        <p14:creationId xmlns:p14="http://schemas.microsoft.com/office/powerpoint/2010/main" val="37256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FA0D-A628-761A-1A2F-76C4D7AF9405}"/>
              </a:ext>
            </a:extLst>
          </p:cNvPr>
          <p:cNvSpPr>
            <a:spLocks noGrp="1"/>
          </p:cNvSpPr>
          <p:nvPr>
            <p:ph type="title"/>
          </p:nvPr>
        </p:nvSpPr>
        <p:spPr>
          <a:xfrm>
            <a:off x="1169295" y="2855167"/>
            <a:ext cx="7132320" cy="2220686"/>
          </a:xfrm>
        </p:spPr>
        <p:txBody>
          <a:bodyPr>
            <a:normAutofit/>
          </a:bodyPr>
          <a:lstStyle/>
          <a:p>
            <a:br>
              <a:rPr lang="en-US" b="1" dirty="0">
                <a:latin typeface="Cambria Math" panose="02040503050406030204" pitchFamily="18" charset="0"/>
                <a:ea typeface="Cambria Math" panose="02040503050406030204" pitchFamily="18" charset="0"/>
              </a:rPr>
            </a:br>
            <a:r>
              <a:rPr lang="en-US" b="0" i="0" dirty="0">
                <a:effectLst/>
                <a:latin typeface="Microsoft Himalaya" panose="01010100010101010101" pitchFamily="2" charset="0"/>
                <a:ea typeface="Microsoft Himalaya" panose="01010100010101010101" pitchFamily="2" charset="0"/>
                <a:cs typeface="Microsoft Himalaya" panose="01010100010101010101" pitchFamily="2" charset="0"/>
              </a:rPr>
              <a:t>This method  OF SMART FARMING creates an Arduino-based automatic plant irrigation system. The components we employ in the system are easily accessible and simple to use. As a result, this system is an effective </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AGRICULTURE </a:t>
            </a:r>
            <a:r>
              <a:rPr lang="en-US" b="0" i="0" dirty="0">
                <a:effectLst/>
                <a:latin typeface="Microsoft Himalaya" panose="01010100010101010101" pitchFamily="2" charset="0"/>
                <a:ea typeface="Microsoft Himalaya" panose="01010100010101010101" pitchFamily="2" charset="0"/>
                <a:cs typeface="Microsoft Himalaya" panose="01010100010101010101" pitchFamily="2" charset="0"/>
              </a:rPr>
              <a:t>system. </a:t>
            </a:r>
            <a:endParaRPr lang="en-IN" b="1"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3" name="TextBox 2">
            <a:extLst>
              <a:ext uri="{FF2B5EF4-FFF2-40B4-BE49-F238E27FC236}">
                <a16:creationId xmlns:a16="http://schemas.microsoft.com/office/drawing/2014/main" id="{0E0CC5C8-134F-A734-2F84-F556C6C842CC}"/>
              </a:ext>
            </a:extLst>
          </p:cNvPr>
          <p:cNvSpPr txBox="1"/>
          <p:nvPr/>
        </p:nvSpPr>
        <p:spPr>
          <a:xfrm>
            <a:off x="1063689" y="2593557"/>
            <a:ext cx="2537927" cy="523220"/>
          </a:xfrm>
          <a:prstGeom prst="rect">
            <a:avLst/>
          </a:prstGeom>
          <a:noFill/>
        </p:spPr>
        <p:txBody>
          <a:bodyPr wrap="square" rtlCol="0">
            <a:spAutoFit/>
          </a:bodyPr>
          <a:lstStyle/>
          <a:p>
            <a:r>
              <a:rPr lang="en-US" sz="2800" dirty="0">
                <a:solidFill>
                  <a:schemeClr val="bg1"/>
                </a:solidFill>
                <a:latin typeface="Cambria Math" panose="02040503050406030204" pitchFamily="18" charset="0"/>
                <a:ea typeface="Cambria Math" panose="02040503050406030204" pitchFamily="18" charset="0"/>
              </a:rPr>
              <a:t>CONCLUSION :</a:t>
            </a:r>
            <a:endParaRPr lang="en-IN" sz="2800" dirty="0">
              <a:solidFill>
                <a:schemeClr val="bg1"/>
              </a:solidFill>
              <a:latin typeface="Cambria Math" panose="02040503050406030204" pitchFamily="18" charset="0"/>
              <a:ea typeface="Cambria Math" panose="02040503050406030204" pitchFamily="18" charset="0"/>
            </a:endParaRPr>
          </a:p>
        </p:txBody>
      </p:sp>
      <p:pic>
        <p:nvPicPr>
          <p:cNvPr id="7" name="Graphic 6" descr="A Lily">
            <a:extLst>
              <a:ext uri="{FF2B5EF4-FFF2-40B4-BE49-F238E27FC236}">
                <a16:creationId xmlns:a16="http://schemas.microsoft.com/office/drawing/2014/main" id="{DE56968F-8351-5899-B989-615888386A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9322" y="2995126"/>
            <a:ext cx="4135862" cy="4450702"/>
          </a:xfrm>
          <a:prstGeom prst="rect">
            <a:avLst/>
          </a:prstGeom>
        </p:spPr>
      </p:pic>
    </p:spTree>
    <p:extLst>
      <p:ext uri="{BB962C8B-B14F-4D97-AF65-F5344CB8AC3E}">
        <p14:creationId xmlns:p14="http://schemas.microsoft.com/office/powerpoint/2010/main" val="2073946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F3A7-D812-1AC3-1D33-2D9914D1156B}"/>
              </a:ext>
            </a:extLst>
          </p:cNvPr>
          <p:cNvSpPr>
            <a:spLocks noGrp="1"/>
          </p:cNvSpPr>
          <p:nvPr>
            <p:ph type="title"/>
          </p:nvPr>
        </p:nvSpPr>
        <p:spPr>
          <a:xfrm>
            <a:off x="784938" y="971975"/>
            <a:ext cx="3143639" cy="705363"/>
          </a:xfrm>
        </p:spPr>
        <p:txBody>
          <a:bodyPr/>
          <a:lstStyle/>
          <a:p>
            <a:r>
              <a:rPr lang="en-IN" dirty="0">
                <a:latin typeface="Cambria Math" panose="02040503050406030204" pitchFamily="18" charset="0"/>
                <a:ea typeface="Cambria Math" panose="02040503050406030204" pitchFamily="18" charset="0"/>
              </a:rPr>
              <a:t>Reference</a:t>
            </a:r>
          </a:p>
        </p:txBody>
      </p:sp>
      <p:sp>
        <p:nvSpPr>
          <p:cNvPr id="12" name="Text Placeholder 11">
            <a:extLst>
              <a:ext uri="{FF2B5EF4-FFF2-40B4-BE49-F238E27FC236}">
                <a16:creationId xmlns:a16="http://schemas.microsoft.com/office/drawing/2014/main" id="{26C616E4-519A-D881-E7A2-04D072490CAE}"/>
              </a:ext>
            </a:extLst>
          </p:cNvPr>
          <p:cNvSpPr>
            <a:spLocks noGrp="1"/>
          </p:cNvSpPr>
          <p:nvPr>
            <p:ph type="body" sz="quarter" idx="19"/>
          </p:nvPr>
        </p:nvSpPr>
        <p:spPr>
          <a:xfrm>
            <a:off x="1043875" y="2286000"/>
            <a:ext cx="10162190" cy="3788229"/>
          </a:xfrm>
        </p:spPr>
        <p:txBody>
          <a:bodyPr>
            <a:normAutofit/>
          </a:bodyPr>
          <a:lstStyle/>
          <a:p>
            <a:pPr marL="457200" indent="-457200">
              <a:buFont typeface="Wingdings" panose="05000000000000000000" pitchFamily="2" charset="2"/>
              <a:buChar char="Ø"/>
            </a:pP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https://www.researchgate.net/publication/357748563_THE_SMART_IRRIGATION_SYSTEM_USING_IOT</a:t>
            </a:r>
          </a:p>
          <a:p>
            <a:pPr marL="457200" indent="-457200">
              <a:buFont typeface="Wingdings" panose="05000000000000000000" pitchFamily="2" charset="2"/>
              <a:buChar char="Ø"/>
            </a:pP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https://scholar.google.com/scholar?hl=en&amp;as_sdt=0%2C5&amp;q=smart+irrigation+system+using+iot&amp;oq=#d=gs_qabs&amp;t=1705374395738&amp;u=%23p%3DSQfapPiXISgJ</a:t>
            </a:r>
          </a:p>
          <a:p>
            <a:pPr marL="457200" indent="-457200">
              <a:buFont typeface="Wingdings" panose="05000000000000000000" pitchFamily="2" charset="2"/>
              <a:buChar char="Ø"/>
            </a:pP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https://www.researchgate.net/publication/351481738_Crop_Recommendation_on_Analyzing_Soil_Using_Machine_Learning</a:t>
            </a:r>
          </a:p>
          <a:p>
            <a:pPr marL="457200" indent="-457200">
              <a:buFont typeface="Wingdings" panose="05000000000000000000" pitchFamily="2" charset="2"/>
              <a:buChar char="Ø"/>
            </a:pP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https://www.researchgate.net/publication/355370085_Detection_and_classification_of_nutrient_deficiencies_in_plants_using_machine_learning</a:t>
            </a:r>
          </a:p>
          <a:p>
            <a:endParaRPr lang="en-IN" dirty="0"/>
          </a:p>
        </p:txBody>
      </p:sp>
      <p:sp>
        <p:nvSpPr>
          <p:cNvPr id="13" name="Slide Number Placeholder 12">
            <a:extLst>
              <a:ext uri="{FF2B5EF4-FFF2-40B4-BE49-F238E27FC236}">
                <a16:creationId xmlns:a16="http://schemas.microsoft.com/office/drawing/2014/main" id="{97179E31-DFE8-4E7D-C326-71D4C52F53D5}"/>
              </a:ext>
            </a:extLst>
          </p:cNvPr>
          <p:cNvSpPr>
            <a:spLocks noGrp="1"/>
          </p:cNvSpPr>
          <p:nvPr>
            <p:ph type="sldNum" sz="quarter" idx="23"/>
          </p:nvPr>
        </p:nvSpPr>
        <p:spPr/>
        <p:txBody>
          <a:bodyPr/>
          <a:lstStyle/>
          <a:p>
            <a:fld id="{294A09A9-5501-47C1-A89A-A340965A2BE2}" type="slidenum">
              <a:rPr lang="en-US" smtClean="0"/>
              <a:pPr/>
              <a:t>12</a:t>
            </a:fld>
            <a:endParaRPr lang="en-US" dirty="0">
              <a:latin typeface="+mn-lt"/>
            </a:endParaRPr>
          </a:p>
        </p:txBody>
      </p:sp>
    </p:spTree>
    <p:extLst>
      <p:ext uri="{BB962C8B-B14F-4D97-AF65-F5344CB8AC3E}">
        <p14:creationId xmlns:p14="http://schemas.microsoft.com/office/powerpoint/2010/main" val="1730312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5B3B4E1-57F4-06A9-0D10-58F5EACBA4BD}"/>
              </a:ext>
            </a:extLst>
          </p:cNvPr>
          <p:cNvSpPr>
            <a:spLocks noGrp="1"/>
          </p:cNvSpPr>
          <p:nvPr>
            <p:ph type="title"/>
          </p:nvPr>
        </p:nvSpPr>
        <p:spPr/>
        <p:txBody>
          <a:bodyPr/>
          <a:lstStyle/>
          <a:p>
            <a:endParaRPr lang="en-IN"/>
          </a:p>
        </p:txBody>
      </p:sp>
      <p:pic>
        <p:nvPicPr>
          <p:cNvPr id="1026" name="Picture 2" descr="10 Best Farming Techniques - Environment Co">
            <a:extLst>
              <a:ext uri="{FF2B5EF4-FFF2-40B4-BE49-F238E27FC236}">
                <a16:creationId xmlns:a16="http://schemas.microsoft.com/office/drawing/2014/main" id="{FD4A9F2A-9451-E1F2-329B-9F1BE26F24A2}"/>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3F8DE7-BDE6-E191-DA4E-08AD69E0B38E}"/>
              </a:ext>
            </a:extLst>
          </p:cNvPr>
          <p:cNvSpPr txBox="1"/>
          <p:nvPr/>
        </p:nvSpPr>
        <p:spPr>
          <a:xfrm>
            <a:off x="8164287" y="1091681"/>
            <a:ext cx="3237721" cy="584775"/>
          </a:xfrm>
          <a:prstGeom prst="rect">
            <a:avLst/>
          </a:prstGeom>
          <a:solidFill>
            <a:schemeClr val="tx1"/>
          </a:solidFill>
          <a:ln>
            <a:solidFill>
              <a:schemeClr val="accent3">
                <a:lumMod val="75000"/>
              </a:schemeClr>
            </a:solidFill>
          </a:ln>
        </p:spPr>
        <p:txBody>
          <a:bodyPr wrap="square" rtlCol="0">
            <a:spAutoFit/>
          </a:bodyPr>
          <a:lstStyle/>
          <a:p>
            <a:r>
              <a:rPr lang="en-US" sz="3200" dirty="0">
                <a:solidFill>
                  <a:schemeClr val="accent3">
                    <a:lumMod val="50000"/>
                  </a:schemeClr>
                </a:solidFill>
                <a:effectLst>
                  <a:glow rad="63500">
                    <a:schemeClr val="accent3">
                      <a:satMod val="175000"/>
                      <a:alpha val="40000"/>
                    </a:schemeClr>
                  </a:glow>
                </a:effectLst>
                <a:latin typeface="Cambria Math" panose="02040503050406030204" pitchFamily="18" charset="0"/>
                <a:ea typeface="Cambria Math" panose="02040503050406030204" pitchFamily="18" charset="0"/>
              </a:rPr>
              <a:t>THANK YOU !!!!!!</a:t>
            </a:r>
            <a:endParaRPr lang="en-IN" sz="3200" dirty="0">
              <a:solidFill>
                <a:schemeClr val="accent3">
                  <a:lumMod val="50000"/>
                </a:schemeClr>
              </a:solidFill>
              <a:effectLst>
                <a:glow rad="63500">
                  <a:schemeClr val="accent3">
                    <a:satMod val="175000"/>
                    <a:alpha val="40000"/>
                  </a:schemeClr>
                </a:glow>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05465797"/>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annual presentation_Win32_EF_V6" id="{C39D9A21-4858-4087-9FF0-28F21031D048}" vid="{7480821C-154D-4ED6-BEAB-DBC9D20F132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93354B-8927-46EE-B294-4D51952A09C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81AF751-E016-414F-92E5-F2DC739E07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B334C4-64A2-4673-803C-35178659DDD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362</TotalTime>
  <Words>694</Words>
  <Application>Microsoft Office PowerPoint</Application>
  <PresentationFormat>Widescreen</PresentationFormat>
  <Paragraphs>100</Paragraphs>
  <Slides>13</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Cambria</vt:lpstr>
      <vt:lpstr>Cambria Math</vt:lpstr>
      <vt:lpstr>Franklin Gothic Book</vt:lpstr>
      <vt:lpstr>Franklin Gothic Demi</vt:lpstr>
      <vt:lpstr>Google Sans</vt:lpstr>
      <vt:lpstr>Microsoft Himalaya</vt:lpstr>
      <vt:lpstr>Wingdings</vt:lpstr>
      <vt:lpstr>Custom</vt:lpstr>
      <vt:lpstr>Smart Farming</vt:lpstr>
      <vt:lpstr>PowerPoint Presentation</vt:lpstr>
      <vt:lpstr>AGENDA</vt:lpstr>
      <vt:lpstr>  PROBLEM STATEMENT</vt:lpstr>
      <vt:lpstr>   Abstract</vt:lpstr>
      <vt:lpstr>   Abstract</vt:lpstr>
      <vt:lpstr>OBJECTIVES</vt:lpstr>
      <vt:lpstr>PLAN OF ACTION</vt:lpstr>
      <vt:lpstr>SOFTWARE  AND HARDWARE                      REQUIREMENTS</vt:lpstr>
      <vt:lpstr>LITERATURE SURVEY</vt:lpstr>
      <vt:lpstr> This method  OF SMART FARMING creates an Arduino-based automatic plant irrigation system. The components we employ in the system are easily accessible and simple to use. As a result, this system is an effective AGRICULTURE system. </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Annual Review</dc:title>
  <dc:creator>payal jadhav</dc:creator>
  <cp:lastModifiedBy>payal jadhav</cp:lastModifiedBy>
  <cp:revision>3</cp:revision>
  <dcterms:created xsi:type="dcterms:W3CDTF">2023-09-14T18:45:47Z</dcterms:created>
  <dcterms:modified xsi:type="dcterms:W3CDTF">2024-01-24T06:22:58Z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