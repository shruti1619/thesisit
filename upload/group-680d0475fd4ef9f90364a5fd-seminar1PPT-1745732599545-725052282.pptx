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9"/>
  </p:notesMasterIdLst>
  <p:handoutMasterIdLst>
    <p:handoutMasterId r:id="rId20"/>
  </p:handoutMasterIdLst>
  <p:sldIdLst>
    <p:sldId id="328" r:id="rId5"/>
    <p:sldId id="317" r:id="rId6"/>
    <p:sldId id="318" r:id="rId7"/>
    <p:sldId id="319" r:id="rId8"/>
    <p:sldId id="308" r:id="rId9"/>
    <p:sldId id="320" r:id="rId10"/>
    <p:sldId id="330" r:id="rId11"/>
    <p:sldId id="325" r:id="rId12"/>
    <p:sldId id="323" r:id="rId13"/>
    <p:sldId id="324" r:id="rId14"/>
    <p:sldId id="309" r:id="rId15"/>
    <p:sldId id="311" r:id="rId16"/>
    <p:sldId id="278" r:id="rId17"/>
    <p:sldId id="32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66"/>
    <a:srgbClr val="636A58"/>
    <a:srgbClr val="505A47"/>
    <a:srgbClr val="D1D8B7"/>
    <a:srgbClr val="A09D79"/>
    <a:srgbClr val="AD5C4D"/>
    <a:srgbClr val="543E35"/>
    <a:srgbClr val="637700"/>
    <a:srgbClr val="FFF4ED"/>
    <a:srgbClr val="5E6A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3D8C22-527D-4F99-95B9-DD9A318B7CFE}" v="331" dt="2024-04-05T05:04:08.451"/>
  </p1510:revLst>
</p1510:revInfo>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82092" autoAdjust="0"/>
  </p:normalViewPr>
  <p:slideViewPr>
    <p:cSldViewPr snapToGrid="0">
      <p:cViewPr varScale="1">
        <p:scale>
          <a:sx n="67" d="100"/>
          <a:sy n="67" d="100"/>
        </p:scale>
        <p:origin x="1450" y="67"/>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0"/>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yal jadhav" userId="a1e439c47777b8da" providerId="LiveId" clId="{3E3D8C22-527D-4F99-95B9-DD9A318B7CFE}"/>
    <pc:docChg chg="undo custSel addSld delSld modSld sldOrd">
      <pc:chgData name="payal jadhav" userId="a1e439c47777b8da" providerId="LiveId" clId="{3E3D8C22-527D-4F99-95B9-DD9A318B7CFE}" dt="2024-05-07T16:26:46.128" v="1607" actId="5793"/>
      <pc:docMkLst>
        <pc:docMk/>
      </pc:docMkLst>
      <pc:sldChg chg="delSp del">
        <pc:chgData name="payal jadhav" userId="a1e439c47777b8da" providerId="LiveId" clId="{3E3D8C22-527D-4F99-95B9-DD9A318B7CFE}" dt="2024-04-02T14:37:30.221" v="568" actId="47"/>
        <pc:sldMkLst>
          <pc:docMk/>
          <pc:sldMk cId="3257456425" sldId="259"/>
        </pc:sldMkLst>
        <pc:picChg chg="del">
          <ac:chgData name="payal jadhav" userId="a1e439c47777b8da" providerId="LiveId" clId="{3E3D8C22-527D-4F99-95B9-DD9A318B7CFE}" dt="2024-04-02T14:36:02.802" v="564" actId="478"/>
          <ac:picMkLst>
            <pc:docMk/>
            <pc:sldMk cId="3257456425" sldId="259"/>
            <ac:picMk id="3074" creationId="{059E5CA6-9E65-8F5B-82DF-AA210D0B03B0}"/>
          </ac:picMkLst>
        </pc:picChg>
      </pc:sldChg>
      <pc:sldChg chg="modSp del mod">
        <pc:chgData name="payal jadhav" userId="a1e439c47777b8da" providerId="LiveId" clId="{3E3D8C22-527D-4F99-95B9-DD9A318B7CFE}" dt="2024-04-02T14:10:26.527" v="534" actId="47"/>
        <pc:sldMkLst>
          <pc:docMk/>
          <pc:sldMk cId="1096717490" sldId="263"/>
        </pc:sldMkLst>
        <pc:spChg chg="mod">
          <ac:chgData name="payal jadhav" userId="a1e439c47777b8da" providerId="LiveId" clId="{3E3D8C22-527D-4F99-95B9-DD9A318B7CFE}" dt="2024-04-02T14:02:13.700" v="369" actId="1076"/>
          <ac:spMkLst>
            <pc:docMk/>
            <pc:sldMk cId="1096717490" sldId="263"/>
            <ac:spMk id="11" creationId="{2A3D95EF-8A67-7F71-37EF-9EB02511B163}"/>
          </ac:spMkLst>
        </pc:spChg>
      </pc:sldChg>
      <pc:sldChg chg="addSp delSp modSp mod modTransition">
        <pc:chgData name="payal jadhav" userId="a1e439c47777b8da" providerId="LiveId" clId="{3E3D8C22-527D-4F99-95B9-DD9A318B7CFE}" dt="2024-04-04T04:49:47.153" v="1131"/>
        <pc:sldMkLst>
          <pc:docMk/>
          <pc:sldMk cId="520000563" sldId="278"/>
        </pc:sldMkLst>
        <pc:spChg chg="mod">
          <ac:chgData name="payal jadhav" userId="a1e439c47777b8da" providerId="LiveId" clId="{3E3D8C22-527D-4F99-95B9-DD9A318B7CFE}" dt="2024-04-02T14:10:13.713" v="533" actId="1076"/>
          <ac:spMkLst>
            <pc:docMk/>
            <pc:sldMk cId="520000563" sldId="278"/>
            <ac:spMk id="3" creationId="{61377AF6-2477-81EC-D1BC-43FD72DF18F6}"/>
          </ac:spMkLst>
        </pc:spChg>
        <pc:spChg chg="add del mod">
          <ac:chgData name="payal jadhav" userId="a1e439c47777b8da" providerId="LiveId" clId="{3E3D8C22-527D-4F99-95B9-DD9A318B7CFE}" dt="2024-04-02T14:17:30.579" v="543" actId="931"/>
          <ac:spMkLst>
            <pc:docMk/>
            <pc:sldMk cId="520000563" sldId="278"/>
            <ac:spMk id="5" creationId="{0B350932-E3D3-622C-0C38-C9C2AB4DE32F}"/>
          </ac:spMkLst>
        </pc:spChg>
        <pc:spChg chg="add del mod">
          <ac:chgData name="payal jadhav" userId="a1e439c47777b8da" providerId="LiveId" clId="{3E3D8C22-527D-4F99-95B9-DD9A318B7CFE}" dt="2024-04-02T14:17:54.757" v="545" actId="931"/>
          <ac:spMkLst>
            <pc:docMk/>
            <pc:sldMk cId="520000563" sldId="278"/>
            <ac:spMk id="9" creationId="{95A9C790-6A87-6BDA-2D77-AAABBBBA84DD}"/>
          </ac:spMkLst>
        </pc:spChg>
        <pc:spChg chg="mod">
          <ac:chgData name="payal jadhav" userId="a1e439c47777b8da" providerId="LiveId" clId="{3E3D8C22-527D-4F99-95B9-DD9A318B7CFE}" dt="2024-04-02T14:10:09.395" v="532" actId="1076"/>
          <ac:spMkLst>
            <pc:docMk/>
            <pc:sldMk cId="520000563" sldId="278"/>
            <ac:spMk id="11" creationId="{000EBDF4-3413-FCF9-2E25-9A254A61F23E}"/>
          </ac:spMkLst>
        </pc:spChg>
        <pc:spChg chg="add del mod">
          <ac:chgData name="payal jadhav" userId="a1e439c47777b8da" providerId="LiveId" clId="{3E3D8C22-527D-4F99-95B9-DD9A318B7CFE}" dt="2024-04-02T14:18:02.487" v="547" actId="931"/>
          <ac:spMkLst>
            <pc:docMk/>
            <pc:sldMk cId="520000563" sldId="278"/>
            <ac:spMk id="14" creationId="{06F7B31E-37A2-0999-1FD6-98AE389D7810}"/>
          </ac:spMkLst>
        </pc:spChg>
        <pc:spChg chg="add del mod">
          <ac:chgData name="payal jadhav" userId="a1e439c47777b8da" providerId="LiveId" clId="{3E3D8C22-527D-4F99-95B9-DD9A318B7CFE}" dt="2024-04-02T14:29:58.545" v="558" actId="931"/>
          <ac:spMkLst>
            <pc:docMk/>
            <pc:sldMk cId="520000563" sldId="278"/>
            <ac:spMk id="18" creationId="{C2103930-00BF-63B1-2FE4-A2005611ED8D}"/>
          </ac:spMkLst>
        </pc:spChg>
        <pc:picChg chg="del">
          <ac:chgData name="payal jadhav" userId="a1e439c47777b8da" providerId="LiveId" clId="{3E3D8C22-527D-4F99-95B9-DD9A318B7CFE}" dt="2024-04-02T14:17:10.457" v="542" actId="478"/>
          <ac:picMkLst>
            <pc:docMk/>
            <pc:sldMk cId="520000563" sldId="278"/>
            <ac:picMk id="4" creationId="{0DEBEDD0-2C97-CD36-23CF-99F082806824}"/>
          </ac:picMkLst>
        </pc:picChg>
        <pc:picChg chg="add del mod">
          <ac:chgData name="payal jadhav" userId="a1e439c47777b8da" providerId="LiveId" clId="{3E3D8C22-527D-4F99-95B9-DD9A318B7CFE}" dt="2024-04-02T14:17:33.884" v="544" actId="478"/>
          <ac:picMkLst>
            <pc:docMk/>
            <pc:sldMk cId="520000563" sldId="278"/>
            <ac:picMk id="7" creationId="{0D7BAA44-63B1-43CE-3BAE-5C996C778800}"/>
          </ac:picMkLst>
        </pc:picChg>
        <pc:picChg chg="add del mod">
          <ac:chgData name="payal jadhav" userId="a1e439c47777b8da" providerId="LiveId" clId="{3E3D8C22-527D-4F99-95B9-DD9A318B7CFE}" dt="2024-04-02T14:17:56.161" v="546" actId="478"/>
          <ac:picMkLst>
            <pc:docMk/>
            <pc:sldMk cId="520000563" sldId="278"/>
            <ac:picMk id="12" creationId="{D806AEB0-10B4-C227-C14C-AACA45928B48}"/>
          </ac:picMkLst>
        </pc:picChg>
        <pc:picChg chg="add del mod">
          <ac:chgData name="payal jadhav" userId="a1e439c47777b8da" providerId="LiveId" clId="{3E3D8C22-527D-4F99-95B9-DD9A318B7CFE}" dt="2024-04-02T14:29:47.463" v="557" actId="478"/>
          <ac:picMkLst>
            <pc:docMk/>
            <pc:sldMk cId="520000563" sldId="278"/>
            <ac:picMk id="16" creationId="{A98A5B00-7FB1-1F98-5B53-BFE2384EDA7E}"/>
          </ac:picMkLst>
        </pc:picChg>
        <pc:picChg chg="add mod">
          <ac:chgData name="payal jadhav" userId="a1e439c47777b8da" providerId="LiveId" clId="{3E3D8C22-527D-4F99-95B9-DD9A318B7CFE}" dt="2024-04-02T14:29:58.545" v="558" actId="931"/>
          <ac:picMkLst>
            <pc:docMk/>
            <pc:sldMk cId="520000563" sldId="278"/>
            <ac:picMk id="20" creationId="{6A79C23C-3001-9E9D-EB15-82108AE2E8E8}"/>
          </ac:picMkLst>
        </pc:picChg>
      </pc:sldChg>
      <pc:sldChg chg="del">
        <pc:chgData name="payal jadhav" userId="a1e439c47777b8da" providerId="LiveId" clId="{3E3D8C22-527D-4F99-95B9-DD9A318B7CFE}" dt="2024-04-02T14:10:40.572" v="541" actId="47"/>
        <pc:sldMkLst>
          <pc:docMk/>
          <pc:sldMk cId="2188828507" sldId="304"/>
        </pc:sldMkLst>
      </pc:sldChg>
      <pc:sldChg chg="addSp delSp modSp mod modTransition">
        <pc:chgData name="payal jadhav" userId="a1e439c47777b8da" providerId="LiveId" clId="{3E3D8C22-527D-4F99-95B9-DD9A318B7CFE}" dt="2024-04-05T05:14:33.412" v="1520" actId="20577"/>
        <pc:sldMkLst>
          <pc:docMk/>
          <pc:sldMk cId="2222324472" sldId="308"/>
        </pc:sldMkLst>
        <pc:spChg chg="mod">
          <ac:chgData name="payal jadhav" userId="a1e439c47777b8da" providerId="LiveId" clId="{3E3D8C22-527D-4F99-95B9-DD9A318B7CFE}" dt="2024-04-05T05:14:33.412" v="1520" actId="20577"/>
          <ac:spMkLst>
            <pc:docMk/>
            <pc:sldMk cId="2222324472" sldId="308"/>
            <ac:spMk id="2" creationId="{2403EE45-3924-5A20-4FDE-7EA6BBEBD06F}"/>
          </ac:spMkLst>
        </pc:spChg>
        <pc:spChg chg="mod">
          <ac:chgData name="payal jadhav" userId="a1e439c47777b8da" providerId="LiveId" clId="{3E3D8C22-527D-4F99-95B9-DD9A318B7CFE}" dt="2024-04-02T16:32:49.708" v="814" actId="207"/>
          <ac:spMkLst>
            <pc:docMk/>
            <pc:sldMk cId="2222324472" sldId="308"/>
            <ac:spMk id="3" creationId="{54BEC769-6447-93C7-3F37-486E3BEECBE0}"/>
          </ac:spMkLst>
        </pc:spChg>
        <pc:spChg chg="del">
          <ac:chgData name="payal jadhav" userId="a1e439c47777b8da" providerId="LiveId" clId="{3E3D8C22-527D-4F99-95B9-DD9A318B7CFE}" dt="2024-04-02T16:32:29.253" v="810" actId="478"/>
          <ac:spMkLst>
            <pc:docMk/>
            <pc:sldMk cId="2222324472" sldId="308"/>
            <ac:spMk id="4" creationId="{1DB51EF4-EE81-7F08-6E8E-D31DCB0D1DAC}"/>
          </ac:spMkLst>
        </pc:spChg>
        <pc:spChg chg="mod">
          <ac:chgData name="payal jadhav" userId="a1e439c47777b8da" providerId="LiveId" clId="{3E3D8C22-527D-4F99-95B9-DD9A318B7CFE}" dt="2024-04-02T16:45:37.053" v="1042" actId="1076"/>
          <ac:spMkLst>
            <pc:docMk/>
            <pc:sldMk cId="2222324472" sldId="308"/>
            <ac:spMk id="5" creationId="{6610C249-70C5-BC54-2557-D930A34427E2}"/>
          </ac:spMkLst>
        </pc:spChg>
        <pc:spChg chg="add mod">
          <ac:chgData name="payal jadhav" userId="a1e439c47777b8da" providerId="LiveId" clId="{3E3D8C22-527D-4F99-95B9-DD9A318B7CFE}" dt="2024-04-02T16:32:33.303" v="811" actId="1076"/>
          <ac:spMkLst>
            <pc:docMk/>
            <pc:sldMk cId="2222324472" sldId="308"/>
            <ac:spMk id="6" creationId="{97CFB78A-841F-9861-58A5-BDC37C6B4584}"/>
          </ac:spMkLst>
        </pc:spChg>
        <pc:spChg chg="add del mod">
          <ac:chgData name="payal jadhav" userId="a1e439c47777b8da" providerId="LiveId" clId="{3E3D8C22-527D-4F99-95B9-DD9A318B7CFE}" dt="2024-04-02T13:23:18.396" v="4" actId="931"/>
          <ac:spMkLst>
            <pc:docMk/>
            <pc:sldMk cId="2222324472" sldId="308"/>
            <ac:spMk id="7" creationId="{8C2274C1-3D21-2EFD-4E97-37721341BC1B}"/>
          </ac:spMkLst>
        </pc:spChg>
        <pc:picChg chg="del">
          <ac:chgData name="payal jadhav" userId="a1e439c47777b8da" providerId="LiveId" clId="{3E3D8C22-527D-4F99-95B9-DD9A318B7CFE}" dt="2024-04-02T13:22:22.612" v="1" actId="478"/>
          <ac:picMkLst>
            <pc:docMk/>
            <pc:sldMk cId="2222324472" sldId="308"/>
            <ac:picMk id="8" creationId="{FFD2BD9F-962D-9BA5-14BE-C9CD52FEF9C7}"/>
          </ac:picMkLst>
        </pc:picChg>
        <pc:picChg chg="add mod">
          <ac:chgData name="payal jadhav" userId="a1e439c47777b8da" providerId="LiveId" clId="{3E3D8C22-527D-4F99-95B9-DD9A318B7CFE}" dt="2024-04-02T13:23:18.396" v="4" actId="931"/>
          <ac:picMkLst>
            <pc:docMk/>
            <pc:sldMk cId="2222324472" sldId="308"/>
            <ac:picMk id="10" creationId="{E500599D-6C17-CACE-CC24-329E2CDBE5B6}"/>
          </ac:picMkLst>
        </pc:picChg>
        <pc:picChg chg="add del mod">
          <ac:chgData name="payal jadhav" userId="a1e439c47777b8da" providerId="LiveId" clId="{3E3D8C22-527D-4F99-95B9-DD9A318B7CFE}" dt="2024-04-02T13:24:17.892" v="14" actId="478"/>
          <ac:picMkLst>
            <pc:docMk/>
            <pc:sldMk cId="2222324472" sldId="308"/>
            <ac:picMk id="1026" creationId="{A4D33A33-70AA-91C5-8A6A-C1C33F629442}"/>
          </ac:picMkLst>
        </pc:picChg>
      </pc:sldChg>
      <pc:sldChg chg="addSp delSp modSp mod ord modTransition">
        <pc:chgData name="payal jadhav" userId="a1e439c47777b8da" providerId="LiveId" clId="{3E3D8C22-527D-4F99-95B9-DD9A318B7CFE}" dt="2024-04-04T04:49:27.521" v="1129"/>
        <pc:sldMkLst>
          <pc:docMk/>
          <pc:sldMk cId="1966913227" sldId="309"/>
        </pc:sldMkLst>
        <pc:spChg chg="del mod">
          <ac:chgData name="payal jadhav" userId="a1e439c47777b8da" providerId="LiveId" clId="{3E3D8C22-527D-4F99-95B9-DD9A318B7CFE}" dt="2024-04-02T16:46:54.957" v="1052" actId="478"/>
          <ac:spMkLst>
            <pc:docMk/>
            <pc:sldMk cId="1966913227" sldId="309"/>
            <ac:spMk id="2" creationId="{91612FB9-02BB-1CA3-6EDD-944D8EE002B2}"/>
          </ac:spMkLst>
        </pc:spChg>
        <pc:spChg chg="del mod">
          <ac:chgData name="payal jadhav" userId="a1e439c47777b8da" providerId="LiveId" clId="{3E3D8C22-527D-4F99-95B9-DD9A318B7CFE}" dt="2024-04-02T15:42:43.935" v="732" actId="478"/>
          <ac:spMkLst>
            <pc:docMk/>
            <pc:sldMk cId="1966913227" sldId="309"/>
            <ac:spMk id="3" creationId="{50CD348E-9357-0442-4555-AF6B4AFE34B6}"/>
          </ac:spMkLst>
        </pc:spChg>
        <pc:spChg chg="mod">
          <ac:chgData name="payal jadhav" userId="a1e439c47777b8da" providerId="LiveId" clId="{3E3D8C22-527D-4F99-95B9-DD9A318B7CFE}" dt="2024-04-02T16:46:53.160" v="1051" actId="1076"/>
          <ac:spMkLst>
            <pc:docMk/>
            <pc:sldMk cId="1966913227" sldId="309"/>
            <ac:spMk id="4" creationId="{AE9B5DB5-BCCE-6A61-E332-4E8A59E78CE4}"/>
          </ac:spMkLst>
        </pc:spChg>
        <pc:spChg chg="add mod">
          <ac:chgData name="payal jadhav" userId="a1e439c47777b8da" providerId="LiveId" clId="{3E3D8C22-527D-4F99-95B9-DD9A318B7CFE}" dt="2024-04-02T16:47:02.610" v="1053" actId="1076"/>
          <ac:spMkLst>
            <pc:docMk/>
            <pc:sldMk cId="1966913227" sldId="309"/>
            <ac:spMk id="5" creationId="{03BE4256-DAAF-E639-D08B-AEACC7F81E3C}"/>
          </ac:spMkLst>
        </pc:spChg>
        <pc:spChg chg="mod">
          <ac:chgData name="payal jadhav" userId="a1e439c47777b8da" providerId="LiveId" clId="{3E3D8C22-527D-4F99-95B9-DD9A318B7CFE}" dt="2024-04-02T14:04:04.765" v="395" actId="255"/>
          <ac:spMkLst>
            <pc:docMk/>
            <pc:sldMk cId="1966913227" sldId="309"/>
            <ac:spMk id="8" creationId="{BCFDA37B-399A-B9F0-7A7D-2A891EB7FFA6}"/>
          </ac:spMkLst>
        </pc:spChg>
        <pc:spChg chg="mod">
          <ac:chgData name="payal jadhav" userId="a1e439c47777b8da" providerId="LiveId" clId="{3E3D8C22-527D-4F99-95B9-DD9A318B7CFE}" dt="2024-04-02T14:03:08.035" v="379"/>
          <ac:spMkLst>
            <pc:docMk/>
            <pc:sldMk cId="1966913227" sldId="309"/>
            <ac:spMk id="19" creationId="{A7BE12AD-D808-BDE0-3EB8-5BC50B1D8474}"/>
          </ac:spMkLst>
        </pc:spChg>
      </pc:sldChg>
      <pc:sldChg chg="addSp delSp modSp del mod">
        <pc:chgData name="payal jadhav" userId="a1e439c47777b8da" providerId="LiveId" clId="{3E3D8C22-527D-4F99-95B9-DD9A318B7CFE}" dt="2024-04-02T14:10:30.811" v="535" actId="47"/>
        <pc:sldMkLst>
          <pc:docMk/>
          <pc:sldMk cId="4230106960" sldId="310"/>
        </pc:sldMkLst>
        <pc:spChg chg="add mod">
          <ac:chgData name="payal jadhav" userId="a1e439c47777b8da" providerId="LiveId" clId="{3E3D8C22-527D-4F99-95B9-DD9A318B7CFE}" dt="2024-04-02T13:58:40.663" v="348" actId="1076"/>
          <ac:spMkLst>
            <pc:docMk/>
            <pc:sldMk cId="4230106960" sldId="310"/>
            <ac:spMk id="4" creationId="{EE200DDD-ABCB-B260-F39C-DF61B060E42C}"/>
          </ac:spMkLst>
        </pc:spChg>
        <pc:spChg chg="add mod">
          <ac:chgData name="payal jadhav" userId="a1e439c47777b8da" providerId="LiveId" clId="{3E3D8C22-527D-4F99-95B9-DD9A318B7CFE}" dt="2024-04-02T13:58:45.353" v="349" actId="1076"/>
          <ac:spMkLst>
            <pc:docMk/>
            <pc:sldMk cId="4230106960" sldId="310"/>
            <ac:spMk id="5" creationId="{3A442905-8044-04A9-9B48-79026CB11D7F}"/>
          </ac:spMkLst>
        </pc:spChg>
        <pc:spChg chg="mod">
          <ac:chgData name="payal jadhav" userId="a1e439c47777b8da" providerId="LiveId" clId="{3E3D8C22-527D-4F99-95B9-DD9A318B7CFE}" dt="2024-04-02T13:58:22.083" v="345" actId="2711"/>
          <ac:spMkLst>
            <pc:docMk/>
            <pc:sldMk cId="4230106960" sldId="310"/>
            <ac:spMk id="11" creationId="{949404F1-8E94-7D3D-71E2-A1A4B7CBCB4A}"/>
          </ac:spMkLst>
        </pc:spChg>
        <pc:spChg chg="del mod">
          <ac:chgData name="payal jadhav" userId="a1e439c47777b8da" providerId="LiveId" clId="{3E3D8C22-527D-4F99-95B9-DD9A318B7CFE}" dt="2024-04-02T13:56:03.683" v="288" actId="478"/>
          <ac:spMkLst>
            <pc:docMk/>
            <pc:sldMk cId="4230106960" sldId="310"/>
            <ac:spMk id="14" creationId="{F4A3718F-D67C-255A-4B64-BA379609FCD0}"/>
          </ac:spMkLst>
        </pc:spChg>
        <pc:spChg chg="del mod">
          <ac:chgData name="payal jadhav" userId="a1e439c47777b8da" providerId="LiveId" clId="{3E3D8C22-527D-4F99-95B9-DD9A318B7CFE}" dt="2024-04-02T13:56:00.865" v="287" actId="478"/>
          <ac:spMkLst>
            <pc:docMk/>
            <pc:sldMk cId="4230106960" sldId="310"/>
            <ac:spMk id="17" creationId="{2F3CEF66-C6D7-C765-24E7-1DCFB38FE51A}"/>
          </ac:spMkLst>
        </pc:spChg>
        <pc:graphicFrameChg chg="add mod modGraphic">
          <ac:chgData name="payal jadhav" userId="a1e439c47777b8da" providerId="LiveId" clId="{3E3D8C22-527D-4F99-95B9-DD9A318B7CFE}" dt="2024-04-02T13:57:55.620" v="298" actId="207"/>
          <ac:graphicFrameMkLst>
            <pc:docMk/>
            <pc:sldMk cId="4230106960" sldId="310"/>
            <ac:graphicFrameMk id="3" creationId="{31857CD2-9737-9A52-1FA9-4B42216B6214}"/>
          </ac:graphicFrameMkLst>
        </pc:graphicFrameChg>
      </pc:sldChg>
      <pc:sldChg chg="addSp delSp modSp mod ord modTransition">
        <pc:chgData name="payal jadhav" userId="a1e439c47777b8da" providerId="LiveId" clId="{3E3D8C22-527D-4F99-95B9-DD9A318B7CFE}" dt="2024-04-05T03:08:44.738" v="1284" actId="12"/>
        <pc:sldMkLst>
          <pc:docMk/>
          <pc:sldMk cId="3748348926" sldId="311"/>
        </pc:sldMkLst>
        <pc:spChg chg="del">
          <ac:chgData name="payal jadhav" userId="a1e439c47777b8da" providerId="LiveId" clId="{3E3D8C22-527D-4F99-95B9-DD9A318B7CFE}" dt="2024-04-02T14:07:11.883" v="446" actId="478"/>
          <ac:spMkLst>
            <pc:docMk/>
            <pc:sldMk cId="3748348926" sldId="311"/>
            <ac:spMk id="2" creationId="{C5D89C74-DF09-395E-8112-9FA13DD5D661}"/>
          </ac:spMkLst>
        </pc:spChg>
        <pc:spChg chg="mod">
          <ac:chgData name="payal jadhav" userId="a1e439c47777b8da" providerId="LiveId" clId="{3E3D8C22-527D-4F99-95B9-DD9A318B7CFE}" dt="2024-04-02T14:07:39.307" v="452" actId="1076"/>
          <ac:spMkLst>
            <pc:docMk/>
            <pc:sldMk cId="3748348926" sldId="311"/>
            <ac:spMk id="3" creationId="{470F15B6-FDB7-0548-5A30-A780BD343F3F}"/>
          </ac:spMkLst>
        </pc:spChg>
        <pc:spChg chg="add mod">
          <ac:chgData name="payal jadhav" userId="a1e439c47777b8da" providerId="LiveId" clId="{3E3D8C22-527D-4F99-95B9-DD9A318B7CFE}" dt="2024-04-02T14:07:36.338" v="451" actId="1076"/>
          <ac:spMkLst>
            <pc:docMk/>
            <pc:sldMk cId="3748348926" sldId="311"/>
            <ac:spMk id="4" creationId="{87ADE256-A4A0-B7C3-09B8-7B9634F9C1E8}"/>
          </ac:spMkLst>
        </pc:spChg>
        <pc:spChg chg="del mod">
          <ac:chgData name="payal jadhav" userId="a1e439c47777b8da" providerId="LiveId" clId="{3E3D8C22-527D-4F99-95B9-DD9A318B7CFE}" dt="2024-04-02T15:42:52.308" v="734" actId="478"/>
          <ac:spMkLst>
            <pc:docMk/>
            <pc:sldMk cId="3748348926" sldId="311"/>
            <ac:spMk id="5" creationId="{AF012FDC-7484-2B3B-E496-144348256B81}"/>
          </ac:spMkLst>
        </pc:spChg>
        <pc:spChg chg="del">
          <ac:chgData name="payal jadhav" userId="a1e439c47777b8da" providerId="LiveId" clId="{3E3D8C22-527D-4F99-95B9-DD9A318B7CFE}" dt="2024-04-02T14:05:42.886" v="426" actId="478"/>
          <ac:spMkLst>
            <pc:docMk/>
            <pc:sldMk cId="3748348926" sldId="311"/>
            <ac:spMk id="7" creationId="{803D114C-A068-9290-2BA1-5CC51E1A018C}"/>
          </ac:spMkLst>
        </pc:spChg>
        <pc:spChg chg="del">
          <ac:chgData name="payal jadhav" userId="a1e439c47777b8da" providerId="LiveId" clId="{3E3D8C22-527D-4F99-95B9-DD9A318B7CFE}" dt="2024-04-02T14:05:52.573" v="431" actId="478"/>
          <ac:spMkLst>
            <pc:docMk/>
            <pc:sldMk cId="3748348926" sldId="311"/>
            <ac:spMk id="8" creationId="{C56AFC0C-E1CD-D26E-EEAF-A9CC82C01426}"/>
          </ac:spMkLst>
        </pc:spChg>
        <pc:spChg chg="del">
          <ac:chgData name="payal jadhav" userId="a1e439c47777b8da" providerId="LiveId" clId="{3E3D8C22-527D-4F99-95B9-DD9A318B7CFE}" dt="2024-04-02T14:05:48.576" v="429" actId="478"/>
          <ac:spMkLst>
            <pc:docMk/>
            <pc:sldMk cId="3748348926" sldId="311"/>
            <ac:spMk id="9" creationId="{F0A163C3-A505-02FD-257E-A4F611933844}"/>
          </ac:spMkLst>
        </pc:spChg>
        <pc:spChg chg="del">
          <ac:chgData name="payal jadhav" userId="a1e439c47777b8da" providerId="LiveId" clId="{3E3D8C22-527D-4F99-95B9-DD9A318B7CFE}" dt="2024-04-02T14:05:44.987" v="427" actId="478"/>
          <ac:spMkLst>
            <pc:docMk/>
            <pc:sldMk cId="3748348926" sldId="311"/>
            <ac:spMk id="10" creationId="{BA18BF8F-E622-7582-3888-FCDDBB149E95}"/>
          </ac:spMkLst>
        </pc:spChg>
        <pc:spChg chg="mod">
          <ac:chgData name="payal jadhav" userId="a1e439c47777b8da" providerId="LiveId" clId="{3E3D8C22-527D-4F99-95B9-DD9A318B7CFE}" dt="2024-04-04T04:53:47.846" v="1173" actId="207"/>
          <ac:spMkLst>
            <pc:docMk/>
            <pc:sldMk cId="3748348926" sldId="311"/>
            <ac:spMk id="11" creationId="{7A49C0DA-C8AE-5ECC-149A-D60ECFF8C1EB}"/>
          </ac:spMkLst>
        </pc:spChg>
        <pc:spChg chg="del">
          <ac:chgData name="payal jadhav" userId="a1e439c47777b8da" providerId="LiveId" clId="{3E3D8C22-527D-4F99-95B9-DD9A318B7CFE}" dt="2024-04-02T14:05:50.539" v="430" actId="478"/>
          <ac:spMkLst>
            <pc:docMk/>
            <pc:sldMk cId="3748348926" sldId="311"/>
            <ac:spMk id="12" creationId="{464AFD43-8286-D0D8-FB73-758A2CBF7354}"/>
          </ac:spMkLst>
        </pc:spChg>
        <pc:spChg chg="del">
          <ac:chgData name="payal jadhav" userId="a1e439c47777b8da" providerId="LiveId" clId="{3E3D8C22-527D-4F99-95B9-DD9A318B7CFE}" dt="2024-04-02T14:05:46.681" v="428" actId="478"/>
          <ac:spMkLst>
            <pc:docMk/>
            <pc:sldMk cId="3748348926" sldId="311"/>
            <ac:spMk id="13" creationId="{485194FC-FAF1-7BD2-7356-4852FBB44F5E}"/>
          </ac:spMkLst>
        </pc:spChg>
        <pc:spChg chg="del">
          <ac:chgData name="payal jadhav" userId="a1e439c47777b8da" providerId="LiveId" clId="{3E3D8C22-527D-4F99-95B9-DD9A318B7CFE}" dt="2024-04-02T14:05:56.596" v="433" actId="478"/>
          <ac:spMkLst>
            <pc:docMk/>
            <pc:sldMk cId="3748348926" sldId="311"/>
            <ac:spMk id="16" creationId="{564AC3F9-1083-7CDB-F002-A3CFE1EA4587}"/>
          </ac:spMkLst>
        </pc:spChg>
        <pc:spChg chg="del">
          <ac:chgData name="payal jadhav" userId="a1e439c47777b8da" providerId="LiveId" clId="{3E3D8C22-527D-4F99-95B9-DD9A318B7CFE}" dt="2024-04-02T14:06:14.457" v="438" actId="478"/>
          <ac:spMkLst>
            <pc:docMk/>
            <pc:sldMk cId="3748348926" sldId="311"/>
            <ac:spMk id="17" creationId="{9AE53049-F53F-F8EC-7AA2-D7B391C44696}"/>
          </ac:spMkLst>
        </pc:spChg>
        <pc:spChg chg="del">
          <ac:chgData name="payal jadhav" userId="a1e439c47777b8da" providerId="LiveId" clId="{3E3D8C22-527D-4F99-95B9-DD9A318B7CFE}" dt="2024-04-02T14:05:54.303" v="432" actId="478"/>
          <ac:spMkLst>
            <pc:docMk/>
            <pc:sldMk cId="3748348926" sldId="311"/>
            <ac:spMk id="18" creationId="{3AC4B672-2E57-B737-E8FC-045E565526C8}"/>
          </ac:spMkLst>
        </pc:spChg>
        <pc:spChg chg="del">
          <ac:chgData name="payal jadhav" userId="a1e439c47777b8da" providerId="LiveId" clId="{3E3D8C22-527D-4F99-95B9-DD9A318B7CFE}" dt="2024-04-02T14:06:02.231" v="434" actId="478"/>
          <ac:spMkLst>
            <pc:docMk/>
            <pc:sldMk cId="3748348926" sldId="311"/>
            <ac:spMk id="19" creationId="{BB4DF510-2180-DD69-BF39-AEE3CBE8C8A0}"/>
          </ac:spMkLst>
        </pc:spChg>
        <pc:spChg chg="del">
          <ac:chgData name="payal jadhav" userId="a1e439c47777b8da" providerId="LiveId" clId="{3E3D8C22-527D-4F99-95B9-DD9A318B7CFE}" dt="2024-04-02T14:06:04.549" v="435" actId="478"/>
          <ac:spMkLst>
            <pc:docMk/>
            <pc:sldMk cId="3748348926" sldId="311"/>
            <ac:spMk id="20" creationId="{E72A574A-C178-A1FC-4D8F-4113FA7E3490}"/>
          </ac:spMkLst>
        </pc:spChg>
        <pc:spChg chg="del">
          <ac:chgData name="payal jadhav" userId="a1e439c47777b8da" providerId="LiveId" clId="{3E3D8C22-527D-4F99-95B9-DD9A318B7CFE}" dt="2024-04-02T14:06:11.339" v="437" actId="478"/>
          <ac:spMkLst>
            <pc:docMk/>
            <pc:sldMk cId="3748348926" sldId="311"/>
            <ac:spMk id="21" creationId="{9D49906C-FD8F-F85E-DC18-79275289583C}"/>
          </ac:spMkLst>
        </pc:spChg>
        <pc:spChg chg="del">
          <ac:chgData name="payal jadhav" userId="a1e439c47777b8da" providerId="LiveId" clId="{3E3D8C22-527D-4F99-95B9-DD9A318B7CFE}" dt="2024-04-02T14:06:07.556" v="436" actId="478"/>
          <ac:spMkLst>
            <pc:docMk/>
            <pc:sldMk cId="3748348926" sldId="311"/>
            <ac:spMk id="23" creationId="{561D4B10-69C3-CC9B-E6AA-1E0E6C576939}"/>
          </ac:spMkLst>
        </pc:spChg>
        <pc:spChg chg="mod">
          <ac:chgData name="payal jadhav" userId="a1e439c47777b8da" providerId="LiveId" clId="{3E3D8C22-527D-4F99-95B9-DD9A318B7CFE}" dt="2024-04-05T03:08:44.738" v="1284" actId="12"/>
          <ac:spMkLst>
            <pc:docMk/>
            <pc:sldMk cId="3748348926" sldId="311"/>
            <ac:spMk id="25" creationId="{7798761A-B671-4825-623F-F4726F2BDF28}"/>
          </ac:spMkLst>
        </pc:spChg>
      </pc:sldChg>
      <pc:sldChg chg="addSp delSp modSp del mod">
        <pc:chgData name="payal jadhav" userId="a1e439c47777b8da" providerId="LiveId" clId="{3E3D8C22-527D-4F99-95B9-DD9A318B7CFE}" dt="2024-04-02T14:10:33.177" v="536" actId="47"/>
        <pc:sldMkLst>
          <pc:docMk/>
          <pc:sldMk cId="859909800" sldId="312"/>
        </pc:sldMkLst>
        <pc:spChg chg="add mod">
          <ac:chgData name="payal jadhav" userId="a1e439c47777b8da" providerId="LiveId" clId="{3E3D8C22-527D-4F99-95B9-DD9A318B7CFE}" dt="2024-04-02T13:41:20.486" v="198" actId="1076"/>
          <ac:spMkLst>
            <pc:docMk/>
            <pc:sldMk cId="859909800" sldId="312"/>
            <ac:spMk id="2" creationId="{42DEC726-32CC-C4E0-DF03-FDB8697A9C23}"/>
          </ac:spMkLst>
        </pc:spChg>
        <pc:spChg chg="mod">
          <ac:chgData name="payal jadhav" userId="a1e439c47777b8da" providerId="LiveId" clId="{3E3D8C22-527D-4F99-95B9-DD9A318B7CFE}" dt="2024-04-02T13:54:34.453" v="283" actId="255"/>
          <ac:spMkLst>
            <pc:docMk/>
            <pc:sldMk cId="859909800" sldId="312"/>
            <ac:spMk id="3" creationId="{DE597F60-88E2-C430-D52B-6604405AD55C}"/>
          </ac:spMkLst>
        </pc:spChg>
        <pc:spChg chg="add mod">
          <ac:chgData name="payal jadhav" userId="a1e439c47777b8da" providerId="LiveId" clId="{3E3D8C22-527D-4F99-95B9-DD9A318B7CFE}" dt="2024-04-02T13:41:01.058" v="196" actId="1076"/>
          <ac:spMkLst>
            <pc:docMk/>
            <pc:sldMk cId="859909800" sldId="312"/>
            <ac:spMk id="4" creationId="{187C39D4-728A-979E-0311-8793961E8DD9}"/>
          </ac:spMkLst>
        </pc:spChg>
        <pc:spChg chg="mod">
          <ac:chgData name="payal jadhav" userId="a1e439c47777b8da" providerId="LiveId" clId="{3E3D8C22-527D-4F99-95B9-DD9A318B7CFE}" dt="2024-04-02T13:40:21.883" v="192" actId="1076"/>
          <ac:spMkLst>
            <pc:docMk/>
            <pc:sldMk cId="859909800" sldId="312"/>
            <ac:spMk id="5" creationId="{E95044F7-BD97-2FDE-4E33-A565BCF0EFEC}"/>
          </ac:spMkLst>
        </pc:spChg>
        <pc:spChg chg="add del">
          <ac:chgData name="payal jadhav" userId="a1e439c47777b8da" providerId="LiveId" clId="{3E3D8C22-527D-4F99-95B9-DD9A318B7CFE}" dt="2024-04-02T13:52:12.344" v="256" actId="478"/>
          <ac:spMkLst>
            <pc:docMk/>
            <pc:sldMk cId="859909800" sldId="312"/>
            <ac:spMk id="7" creationId="{BC1D6A89-24D1-680E-0658-56BADB9A1BCC}"/>
          </ac:spMkLst>
        </pc:spChg>
      </pc:sldChg>
      <pc:sldChg chg="del">
        <pc:chgData name="payal jadhav" userId="a1e439c47777b8da" providerId="LiveId" clId="{3E3D8C22-527D-4F99-95B9-DD9A318B7CFE}" dt="2024-04-02T14:10:35.486" v="539" actId="47"/>
        <pc:sldMkLst>
          <pc:docMk/>
          <pc:sldMk cId="4132147533" sldId="314"/>
        </pc:sldMkLst>
      </pc:sldChg>
      <pc:sldChg chg="del">
        <pc:chgData name="payal jadhav" userId="a1e439c47777b8da" providerId="LiveId" clId="{3E3D8C22-527D-4F99-95B9-DD9A318B7CFE}" dt="2024-04-02T14:10:38.323" v="540" actId="47"/>
        <pc:sldMkLst>
          <pc:docMk/>
          <pc:sldMk cId="3064996118" sldId="315"/>
        </pc:sldMkLst>
      </pc:sldChg>
      <pc:sldChg chg="del">
        <pc:chgData name="payal jadhav" userId="a1e439c47777b8da" providerId="LiveId" clId="{3E3D8C22-527D-4F99-95B9-DD9A318B7CFE}" dt="2024-04-02T14:10:34.932" v="538" actId="47"/>
        <pc:sldMkLst>
          <pc:docMk/>
          <pc:sldMk cId="537809529" sldId="316"/>
        </pc:sldMkLst>
      </pc:sldChg>
      <pc:sldChg chg="addSp delSp modSp mod modTransition">
        <pc:chgData name="payal jadhav" userId="a1e439c47777b8da" providerId="LiveId" clId="{3E3D8C22-527D-4F99-95B9-DD9A318B7CFE}" dt="2024-04-04T04:47:00.263" v="1117"/>
        <pc:sldMkLst>
          <pc:docMk/>
          <pc:sldMk cId="2106488010" sldId="317"/>
        </pc:sldMkLst>
        <pc:spChg chg="del mod">
          <ac:chgData name="payal jadhav" userId="a1e439c47777b8da" providerId="LiveId" clId="{3E3D8C22-527D-4F99-95B9-DD9A318B7CFE}" dt="2024-04-02T15:41:52.084" v="724" actId="478"/>
          <ac:spMkLst>
            <pc:docMk/>
            <pc:sldMk cId="2106488010" sldId="317"/>
            <ac:spMk id="2" creationId="{C9E30F93-6DAC-24DE-955C-D89B85EB0E30}"/>
          </ac:spMkLst>
        </pc:spChg>
        <pc:spChg chg="add del mod">
          <ac:chgData name="payal jadhav" userId="a1e439c47777b8da" providerId="LiveId" clId="{3E3D8C22-527D-4F99-95B9-DD9A318B7CFE}" dt="2024-04-02T16:30:33.087" v="792" actId="478"/>
          <ac:spMkLst>
            <pc:docMk/>
            <pc:sldMk cId="2106488010" sldId="317"/>
            <ac:spMk id="4" creationId="{C19E903E-36E2-025A-A4DF-B0838106FBD7}"/>
          </ac:spMkLst>
        </pc:spChg>
        <pc:spChg chg="mod">
          <ac:chgData name="payal jadhav" userId="a1e439c47777b8da" providerId="LiveId" clId="{3E3D8C22-527D-4F99-95B9-DD9A318B7CFE}" dt="2024-04-02T16:30:38.264" v="793" actId="207"/>
          <ac:spMkLst>
            <pc:docMk/>
            <pc:sldMk cId="2106488010" sldId="317"/>
            <ac:spMk id="5" creationId="{E4783137-9D77-2294-BCD7-48D77709E6E9}"/>
          </ac:spMkLst>
        </pc:spChg>
        <pc:spChg chg="mod">
          <ac:chgData name="payal jadhav" userId="a1e439c47777b8da" providerId="LiveId" clId="{3E3D8C22-527D-4F99-95B9-DD9A318B7CFE}" dt="2024-04-03T08:37:50.432" v="1071" actId="255"/>
          <ac:spMkLst>
            <pc:docMk/>
            <pc:sldMk cId="2106488010" sldId="317"/>
            <ac:spMk id="6" creationId="{4B4915E0-8556-6578-8475-0F962B4B0572}"/>
          </ac:spMkLst>
        </pc:spChg>
        <pc:spChg chg="mod">
          <ac:chgData name="payal jadhav" userId="a1e439c47777b8da" providerId="LiveId" clId="{3E3D8C22-527D-4F99-95B9-DD9A318B7CFE}" dt="2024-04-02T16:30:27.053" v="791" actId="207"/>
          <ac:spMkLst>
            <pc:docMk/>
            <pc:sldMk cId="2106488010" sldId="317"/>
            <ac:spMk id="7" creationId="{612D5F34-6456-1B54-1BF1-8F0C85A24499}"/>
          </ac:spMkLst>
        </pc:spChg>
        <pc:spChg chg="del">
          <ac:chgData name="payal jadhav" userId="a1e439c47777b8da" providerId="LiveId" clId="{3E3D8C22-527D-4F99-95B9-DD9A318B7CFE}" dt="2024-04-02T16:29:59.094" v="787" actId="478"/>
          <ac:spMkLst>
            <pc:docMk/>
            <pc:sldMk cId="2106488010" sldId="317"/>
            <ac:spMk id="8" creationId="{A466F92F-F0C0-B4A6-0897-755B94BA6496}"/>
          </ac:spMkLst>
        </pc:spChg>
        <pc:spChg chg="add mod">
          <ac:chgData name="payal jadhav" userId="a1e439c47777b8da" providerId="LiveId" clId="{3E3D8C22-527D-4F99-95B9-DD9A318B7CFE}" dt="2024-04-02T16:30:14.146" v="790" actId="13822"/>
          <ac:spMkLst>
            <pc:docMk/>
            <pc:sldMk cId="2106488010" sldId="317"/>
            <ac:spMk id="9" creationId="{B5A4217E-E649-0392-2F36-EDD295D61F02}"/>
          </ac:spMkLst>
        </pc:spChg>
        <pc:picChg chg="del">
          <ac:chgData name="payal jadhav" userId="a1e439c47777b8da" providerId="LiveId" clId="{3E3D8C22-527D-4F99-95B9-DD9A318B7CFE}" dt="2024-04-02T13:23:33.966" v="7" actId="478"/>
          <ac:picMkLst>
            <pc:docMk/>
            <pc:sldMk cId="2106488010" sldId="317"/>
            <ac:picMk id="4" creationId="{6817BD84-FCB3-8726-EF75-154C605CBBC5}"/>
          </ac:picMkLst>
        </pc:picChg>
        <pc:picChg chg="add del mod">
          <ac:chgData name="payal jadhav" userId="a1e439c47777b8da" providerId="LiveId" clId="{3E3D8C22-527D-4F99-95B9-DD9A318B7CFE}" dt="2024-04-02T13:28:36.515" v="48" actId="478"/>
          <ac:picMkLst>
            <pc:docMk/>
            <pc:sldMk cId="2106488010" sldId="317"/>
            <ac:picMk id="9" creationId="{827DC9EE-7D49-3310-2B78-CFFFD906F6B4}"/>
          </ac:picMkLst>
        </pc:picChg>
        <pc:picChg chg="add del mod">
          <ac:chgData name="payal jadhav" userId="a1e439c47777b8da" providerId="LiveId" clId="{3E3D8C22-527D-4F99-95B9-DD9A318B7CFE}" dt="2024-04-02T13:29:21.006" v="51" actId="478"/>
          <ac:picMkLst>
            <pc:docMk/>
            <pc:sldMk cId="2106488010" sldId="317"/>
            <ac:picMk id="10" creationId="{73DBEE14-7D94-DFE7-9D60-CC4837DA5ABA}"/>
          </ac:picMkLst>
        </pc:picChg>
        <pc:picChg chg="add del mod">
          <ac:chgData name="payal jadhav" userId="a1e439c47777b8da" providerId="LiveId" clId="{3E3D8C22-527D-4F99-95B9-DD9A318B7CFE}" dt="2024-04-02T13:27:38.242" v="42" actId="478"/>
          <ac:picMkLst>
            <pc:docMk/>
            <pc:sldMk cId="2106488010" sldId="317"/>
            <ac:picMk id="2050" creationId="{A134278C-2538-0E2D-C29D-77CB746BCADC}"/>
          </ac:picMkLst>
        </pc:picChg>
        <pc:picChg chg="add del mod">
          <ac:chgData name="payal jadhav" userId="a1e439c47777b8da" providerId="LiveId" clId="{3E3D8C22-527D-4F99-95B9-DD9A318B7CFE}" dt="2024-04-02T13:29:45.141" v="57" actId="478"/>
          <ac:picMkLst>
            <pc:docMk/>
            <pc:sldMk cId="2106488010" sldId="317"/>
            <ac:picMk id="2052" creationId="{466BCA21-21FC-234A-CFF3-BE0770EFA89A}"/>
          </ac:picMkLst>
        </pc:picChg>
        <pc:picChg chg="add mod">
          <ac:chgData name="payal jadhav" userId="a1e439c47777b8da" providerId="LiveId" clId="{3E3D8C22-527D-4F99-95B9-DD9A318B7CFE}" dt="2024-04-02T13:30:08.662" v="60" actId="1076"/>
          <ac:picMkLst>
            <pc:docMk/>
            <pc:sldMk cId="2106488010" sldId="317"/>
            <ac:picMk id="2054" creationId="{25DA5978-12D1-D2A8-71E2-3156ACC02E48}"/>
          </ac:picMkLst>
        </pc:picChg>
      </pc:sldChg>
      <pc:sldChg chg="addSp delSp modSp mod modTransition">
        <pc:chgData name="payal jadhav" userId="a1e439c47777b8da" providerId="LiveId" clId="{3E3D8C22-527D-4F99-95B9-DD9A318B7CFE}" dt="2024-05-07T16:25:18.640" v="1570" actId="20577"/>
        <pc:sldMkLst>
          <pc:docMk/>
          <pc:sldMk cId="1415991357" sldId="318"/>
        </pc:sldMkLst>
        <pc:spChg chg="mod">
          <ac:chgData name="payal jadhav" userId="a1e439c47777b8da" providerId="LiveId" clId="{3E3D8C22-527D-4F99-95B9-DD9A318B7CFE}" dt="2024-04-02T16:31:04.034" v="796" actId="14100"/>
          <ac:spMkLst>
            <pc:docMk/>
            <pc:sldMk cId="1415991357" sldId="318"/>
            <ac:spMk id="2" creationId="{C5D89C74-DF09-395E-8112-9FA13DD5D661}"/>
          </ac:spMkLst>
        </pc:spChg>
        <pc:spChg chg="del">
          <ac:chgData name="payal jadhav" userId="a1e439c47777b8da" providerId="LiveId" clId="{3E3D8C22-527D-4F99-95B9-DD9A318B7CFE}" dt="2024-04-02T16:31:09.237" v="798" actId="478"/>
          <ac:spMkLst>
            <pc:docMk/>
            <pc:sldMk cId="1415991357" sldId="318"/>
            <ac:spMk id="3" creationId="{470F15B6-FDB7-0548-5A30-A780BD343F3F}"/>
          </ac:spMkLst>
        </pc:spChg>
        <pc:spChg chg="mod">
          <ac:chgData name="payal jadhav" userId="a1e439c47777b8da" providerId="LiveId" clId="{3E3D8C22-527D-4F99-95B9-DD9A318B7CFE}" dt="2024-04-02T15:40:37.653" v="718" actId="17032"/>
          <ac:spMkLst>
            <pc:docMk/>
            <pc:sldMk cId="1415991357" sldId="318"/>
            <ac:spMk id="4" creationId="{3938794D-0916-891C-160A-EC6EA81A5F2D}"/>
          </ac:spMkLst>
        </pc:spChg>
        <pc:spChg chg="del mod">
          <ac:chgData name="payal jadhav" userId="a1e439c47777b8da" providerId="LiveId" clId="{3E3D8C22-527D-4F99-95B9-DD9A318B7CFE}" dt="2024-04-02T15:42:02.295" v="726" actId="478"/>
          <ac:spMkLst>
            <pc:docMk/>
            <pc:sldMk cId="1415991357" sldId="318"/>
            <ac:spMk id="5" creationId="{AF012FDC-7484-2B3B-E496-144348256B81}"/>
          </ac:spMkLst>
        </pc:spChg>
        <pc:spChg chg="add mod">
          <ac:chgData name="payal jadhav" userId="a1e439c47777b8da" providerId="LiveId" clId="{3E3D8C22-527D-4F99-95B9-DD9A318B7CFE}" dt="2024-04-02T16:31:15.648" v="799" actId="1076"/>
          <ac:spMkLst>
            <pc:docMk/>
            <pc:sldMk cId="1415991357" sldId="318"/>
            <ac:spMk id="6" creationId="{E22C6F97-5E52-44DE-3A47-9B1377D5F108}"/>
          </ac:spMkLst>
        </pc:spChg>
        <pc:spChg chg="mod">
          <ac:chgData name="payal jadhav" userId="a1e439c47777b8da" providerId="LiveId" clId="{3E3D8C22-527D-4F99-95B9-DD9A318B7CFE}" dt="2024-04-02T16:30:56.420" v="795" actId="207"/>
          <ac:spMkLst>
            <pc:docMk/>
            <pc:sldMk cId="1415991357" sldId="318"/>
            <ac:spMk id="11" creationId="{7A49C0DA-C8AE-5ECC-149A-D60ECFF8C1EB}"/>
          </ac:spMkLst>
        </pc:spChg>
        <pc:spChg chg="mod">
          <ac:chgData name="payal jadhav" userId="a1e439c47777b8da" providerId="LiveId" clId="{3E3D8C22-527D-4F99-95B9-DD9A318B7CFE}" dt="2024-05-07T16:25:18.640" v="1570" actId="20577"/>
          <ac:spMkLst>
            <pc:docMk/>
            <pc:sldMk cId="1415991357" sldId="318"/>
            <ac:spMk id="25" creationId="{7798761A-B671-4825-623F-F4726F2BDF28}"/>
          </ac:spMkLst>
        </pc:spChg>
      </pc:sldChg>
      <pc:sldChg chg="addSp delSp modSp mod modTransition">
        <pc:chgData name="payal jadhav" userId="a1e439c47777b8da" providerId="LiveId" clId="{3E3D8C22-527D-4F99-95B9-DD9A318B7CFE}" dt="2024-05-07T16:26:02.342" v="1594" actId="20577"/>
        <pc:sldMkLst>
          <pc:docMk/>
          <pc:sldMk cId="1572907126" sldId="319"/>
        </pc:sldMkLst>
        <pc:spChg chg="del">
          <ac:chgData name="payal jadhav" userId="a1e439c47777b8da" providerId="LiveId" clId="{3E3D8C22-527D-4F99-95B9-DD9A318B7CFE}" dt="2024-04-02T16:31:40.999" v="803" actId="478"/>
          <ac:spMkLst>
            <pc:docMk/>
            <pc:sldMk cId="1572907126" sldId="319"/>
            <ac:spMk id="2" creationId="{91612FB9-02BB-1CA3-6EDD-944D8EE002B2}"/>
          </ac:spMkLst>
        </pc:spChg>
        <pc:spChg chg="del mod">
          <ac:chgData name="payal jadhav" userId="a1e439c47777b8da" providerId="LiveId" clId="{3E3D8C22-527D-4F99-95B9-DD9A318B7CFE}" dt="2024-04-02T15:42:12.039" v="728" actId="478"/>
          <ac:spMkLst>
            <pc:docMk/>
            <pc:sldMk cId="1572907126" sldId="319"/>
            <ac:spMk id="3" creationId="{50CD348E-9357-0442-4555-AF6B4AFE34B6}"/>
          </ac:spMkLst>
        </pc:spChg>
        <pc:spChg chg="mod">
          <ac:chgData name="payal jadhav" userId="a1e439c47777b8da" providerId="LiveId" clId="{3E3D8C22-527D-4F99-95B9-DD9A318B7CFE}" dt="2024-04-02T16:45:27.684" v="1041" actId="1076"/>
          <ac:spMkLst>
            <pc:docMk/>
            <pc:sldMk cId="1572907126" sldId="319"/>
            <ac:spMk id="4" creationId="{AE9B5DB5-BCCE-6A61-E332-4E8A59E78CE4}"/>
          </ac:spMkLst>
        </pc:spChg>
        <pc:spChg chg="add mod">
          <ac:chgData name="payal jadhav" userId="a1e439c47777b8da" providerId="LiveId" clId="{3E3D8C22-527D-4F99-95B9-DD9A318B7CFE}" dt="2024-04-02T16:31:54.522" v="805" actId="1076"/>
          <ac:spMkLst>
            <pc:docMk/>
            <pc:sldMk cId="1572907126" sldId="319"/>
            <ac:spMk id="5" creationId="{EAA65574-2DDA-2E7D-7A36-05AF3292F82F}"/>
          </ac:spMkLst>
        </pc:spChg>
        <pc:spChg chg="mod">
          <ac:chgData name="payal jadhav" userId="a1e439c47777b8da" providerId="LiveId" clId="{3E3D8C22-527D-4F99-95B9-DD9A318B7CFE}" dt="2024-05-07T16:26:02.342" v="1594" actId="20577"/>
          <ac:spMkLst>
            <pc:docMk/>
            <pc:sldMk cId="1572907126" sldId="319"/>
            <ac:spMk id="8" creationId="{BCFDA37B-399A-B9F0-7A7D-2A891EB7FFA6}"/>
          </ac:spMkLst>
        </pc:spChg>
      </pc:sldChg>
      <pc:sldChg chg="addSp delSp modSp add mod modTransition modAnim">
        <pc:chgData name="payal jadhav" userId="a1e439c47777b8da" providerId="LiveId" clId="{3E3D8C22-527D-4F99-95B9-DD9A318B7CFE}" dt="2024-04-05T04:52:54.250" v="1290" actId="478"/>
        <pc:sldMkLst>
          <pc:docMk/>
          <pc:sldMk cId="4185349444" sldId="320"/>
        </pc:sldMkLst>
        <pc:spChg chg="mod">
          <ac:chgData name="payal jadhav" userId="a1e439c47777b8da" providerId="LiveId" clId="{3E3D8C22-527D-4F99-95B9-DD9A318B7CFE}" dt="2024-04-02T16:45:48.858" v="1043" actId="1076"/>
          <ac:spMkLst>
            <pc:docMk/>
            <pc:sldMk cId="4185349444" sldId="320"/>
            <ac:spMk id="2" creationId="{C5D89C74-DF09-395E-8112-9FA13DD5D661}"/>
          </ac:spMkLst>
        </pc:spChg>
        <pc:spChg chg="del">
          <ac:chgData name="payal jadhav" userId="a1e439c47777b8da" providerId="LiveId" clId="{3E3D8C22-527D-4F99-95B9-DD9A318B7CFE}" dt="2024-04-02T15:59:25.405" v="759" actId="478"/>
          <ac:spMkLst>
            <pc:docMk/>
            <pc:sldMk cId="4185349444" sldId="320"/>
            <ac:spMk id="3" creationId="{470F15B6-FDB7-0548-5A30-A780BD343F3F}"/>
          </ac:spMkLst>
        </pc:spChg>
        <pc:spChg chg="add mod">
          <ac:chgData name="payal jadhav" userId="a1e439c47777b8da" providerId="LiveId" clId="{3E3D8C22-527D-4F99-95B9-DD9A318B7CFE}" dt="2024-04-02T16:45:54.166" v="1044" actId="1076"/>
          <ac:spMkLst>
            <pc:docMk/>
            <pc:sldMk cId="4185349444" sldId="320"/>
            <ac:spMk id="4" creationId="{85B20F4F-CA5D-D9CA-A5C1-E79ED0CA2531}"/>
          </ac:spMkLst>
        </pc:spChg>
        <pc:spChg chg="add del mod">
          <ac:chgData name="payal jadhav" userId="a1e439c47777b8da" providerId="LiveId" clId="{3E3D8C22-527D-4F99-95B9-DD9A318B7CFE}" dt="2024-04-02T13:31:02.575" v="64" actId="478"/>
          <ac:spMkLst>
            <pc:docMk/>
            <pc:sldMk cId="4185349444" sldId="320"/>
            <ac:spMk id="4" creationId="{C59797BD-BA96-8C77-2314-38F41D1A9A4C}"/>
          </ac:spMkLst>
        </pc:spChg>
        <pc:spChg chg="add del">
          <ac:chgData name="payal jadhav" userId="a1e439c47777b8da" providerId="LiveId" clId="{3E3D8C22-527D-4F99-95B9-DD9A318B7CFE}" dt="2024-04-05T04:52:43.434" v="1288" actId="478"/>
          <ac:spMkLst>
            <pc:docMk/>
            <pc:sldMk cId="4185349444" sldId="320"/>
            <ac:spMk id="5" creationId="{2BE9C250-E46C-B78B-C41A-E8ACF244AD20}"/>
          </ac:spMkLst>
        </pc:spChg>
        <pc:spChg chg="del mod">
          <ac:chgData name="payal jadhav" userId="a1e439c47777b8da" providerId="LiveId" clId="{3E3D8C22-527D-4F99-95B9-DD9A318B7CFE}" dt="2024-04-02T15:42:19.679" v="730" actId="478"/>
          <ac:spMkLst>
            <pc:docMk/>
            <pc:sldMk cId="4185349444" sldId="320"/>
            <ac:spMk id="5" creationId="{AF012FDC-7484-2B3B-E496-144348256B81}"/>
          </ac:spMkLst>
        </pc:spChg>
        <pc:spChg chg="del">
          <ac:chgData name="payal jadhav" userId="a1e439c47777b8da" providerId="LiveId" clId="{3E3D8C22-527D-4F99-95B9-DD9A318B7CFE}" dt="2024-04-02T16:40:53.610" v="1016" actId="478"/>
          <ac:spMkLst>
            <pc:docMk/>
            <pc:sldMk cId="4185349444" sldId="320"/>
            <ac:spMk id="7" creationId="{803D114C-A068-9290-2BA1-5CC51E1A018C}"/>
          </ac:spMkLst>
        </pc:spChg>
        <pc:spChg chg="del">
          <ac:chgData name="payal jadhav" userId="a1e439c47777b8da" providerId="LiveId" clId="{3E3D8C22-527D-4F99-95B9-DD9A318B7CFE}" dt="2024-04-02T16:41:04.017" v="1021" actId="478"/>
          <ac:spMkLst>
            <pc:docMk/>
            <pc:sldMk cId="4185349444" sldId="320"/>
            <ac:spMk id="8" creationId="{C56AFC0C-E1CD-D26E-EEAF-A9CC82C01426}"/>
          </ac:spMkLst>
        </pc:spChg>
        <pc:spChg chg="add del">
          <ac:chgData name="payal jadhav" userId="a1e439c47777b8da" providerId="LiveId" clId="{3E3D8C22-527D-4F99-95B9-DD9A318B7CFE}" dt="2024-04-05T04:52:54.250" v="1290" actId="478"/>
          <ac:spMkLst>
            <pc:docMk/>
            <pc:sldMk cId="4185349444" sldId="320"/>
            <ac:spMk id="8" creationId="{EE01F5D5-FBB9-B686-E9D7-E31350FBB463}"/>
          </ac:spMkLst>
        </pc:spChg>
        <pc:spChg chg="del">
          <ac:chgData name="payal jadhav" userId="a1e439c47777b8da" providerId="LiveId" clId="{3E3D8C22-527D-4F99-95B9-DD9A318B7CFE}" dt="2024-04-02T16:40:59.783" v="1019" actId="478"/>
          <ac:spMkLst>
            <pc:docMk/>
            <pc:sldMk cId="4185349444" sldId="320"/>
            <ac:spMk id="9" creationId="{F0A163C3-A505-02FD-257E-A4F611933844}"/>
          </ac:spMkLst>
        </pc:spChg>
        <pc:spChg chg="del">
          <ac:chgData name="payal jadhav" userId="a1e439c47777b8da" providerId="LiveId" clId="{3E3D8C22-527D-4F99-95B9-DD9A318B7CFE}" dt="2024-04-02T16:40:55.750" v="1017" actId="478"/>
          <ac:spMkLst>
            <pc:docMk/>
            <pc:sldMk cId="4185349444" sldId="320"/>
            <ac:spMk id="10" creationId="{BA18BF8F-E622-7582-3888-FCDDBB149E95}"/>
          </ac:spMkLst>
        </pc:spChg>
        <pc:spChg chg="mod">
          <ac:chgData name="payal jadhav" userId="a1e439c47777b8da" providerId="LiveId" clId="{3E3D8C22-527D-4F99-95B9-DD9A318B7CFE}" dt="2024-04-02T16:07:16.078" v="765" actId="14100"/>
          <ac:spMkLst>
            <pc:docMk/>
            <pc:sldMk cId="4185349444" sldId="320"/>
            <ac:spMk id="11" creationId="{7A49C0DA-C8AE-5ECC-149A-D60ECFF8C1EB}"/>
          </ac:spMkLst>
        </pc:spChg>
        <pc:spChg chg="del">
          <ac:chgData name="payal jadhav" userId="a1e439c47777b8da" providerId="LiveId" clId="{3E3D8C22-527D-4F99-95B9-DD9A318B7CFE}" dt="2024-04-02T16:41:01.841" v="1020" actId="478"/>
          <ac:spMkLst>
            <pc:docMk/>
            <pc:sldMk cId="4185349444" sldId="320"/>
            <ac:spMk id="12" creationId="{464AFD43-8286-D0D8-FB73-758A2CBF7354}"/>
          </ac:spMkLst>
        </pc:spChg>
        <pc:spChg chg="del">
          <ac:chgData name="payal jadhav" userId="a1e439c47777b8da" providerId="LiveId" clId="{3E3D8C22-527D-4F99-95B9-DD9A318B7CFE}" dt="2024-04-02T16:40:57.933" v="1018" actId="478"/>
          <ac:spMkLst>
            <pc:docMk/>
            <pc:sldMk cId="4185349444" sldId="320"/>
            <ac:spMk id="13" creationId="{485194FC-FAF1-7BD2-7356-4852FBB44F5E}"/>
          </ac:spMkLst>
        </pc:spChg>
        <pc:spChg chg="add del mod">
          <ac:chgData name="payal jadhav" userId="a1e439c47777b8da" providerId="LiveId" clId="{3E3D8C22-527D-4F99-95B9-DD9A318B7CFE}" dt="2024-04-02T16:40:51.149" v="1015" actId="478"/>
          <ac:spMkLst>
            <pc:docMk/>
            <pc:sldMk cId="4185349444" sldId="320"/>
            <ac:spMk id="15" creationId="{64D51C57-E3A9-50A0-6629-77BCD19881EB}"/>
          </ac:spMkLst>
        </pc:spChg>
        <pc:spChg chg="del">
          <ac:chgData name="payal jadhav" userId="a1e439c47777b8da" providerId="LiveId" clId="{3E3D8C22-527D-4F99-95B9-DD9A318B7CFE}" dt="2024-04-02T16:41:08.663" v="1023" actId="478"/>
          <ac:spMkLst>
            <pc:docMk/>
            <pc:sldMk cId="4185349444" sldId="320"/>
            <ac:spMk id="16" creationId="{564AC3F9-1083-7CDB-F002-A3CFE1EA4587}"/>
          </ac:spMkLst>
        </pc:spChg>
        <pc:spChg chg="del mod">
          <ac:chgData name="payal jadhav" userId="a1e439c47777b8da" providerId="LiveId" clId="{3E3D8C22-527D-4F99-95B9-DD9A318B7CFE}" dt="2024-04-02T16:41:12.935" v="1025" actId="478"/>
          <ac:spMkLst>
            <pc:docMk/>
            <pc:sldMk cId="4185349444" sldId="320"/>
            <ac:spMk id="17" creationId="{9AE53049-F53F-F8EC-7AA2-D7B391C44696}"/>
          </ac:spMkLst>
        </pc:spChg>
        <pc:spChg chg="del">
          <ac:chgData name="payal jadhav" userId="a1e439c47777b8da" providerId="LiveId" clId="{3E3D8C22-527D-4F99-95B9-DD9A318B7CFE}" dt="2024-04-02T16:41:06.381" v="1022" actId="478"/>
          <ac:spMkLst>
            <pc:docMk/>
            <pc:sldMk cId="4185349444" sldId="320"/>
            <ac:spMk id="18" creationId="{3AC4B672-2E57-B737-E8FC-045E565526C8}"/>
          </ac:spMkLst>
        </pc:spChg>
        <pc:spChg chg="del">
          <ac:chgData name="payal jadhav" userId="a1e439c47777b8da" providerId="LiveId" clId="{3E3D8C22-527D-4F99-95B9-DD9A318B7CFE}" dt="2024-04-02T16:41:24.287" v="1029" actId="478"/>
          <ac:spMkLst>
            <pc:docMk/>
            <pc:sldMk cId="4185349444" sldId="320"/>
            <ac:spMk id="19" creationId="{BB4DF510-2180-DD69-BF39-AEE3CBE8C8A0}"/>
          </ac:spMkLst>
        </pc:spChg>
        <pc:spChg chg="del">
          <ac:chgData name="payal jadhav" userId="a1e439c47777b8da" providerId="LiveId" clId="{3E3D8C22-527D-4F99-95B9-DD9A318B7CFE}" dt="2024-04-02T16:41:22.516" v="1028" actId="478"/>
          <ac:spMkLst>
            <pc:docMk/>
            <pc:sldMk cId="4185349444" sldId="320"/>
            <ac:spMk id="20" creationId="{E72A574A-C178-A1FC-4D8F-4113FA7E3490}"/>
          </ac:spMkLst>
        </pc:spChg>
        <pc:spChg chg="del">
          <ac:chgData name="payal jadhav" userId="a1e439c47777b8da" providerId="LiveId" clId="{3E3D8C22-527D-4F99-95B9-DD9A318B7CFE}" dt="2024-04-02T16:41:16.302" v="1026" actId="478"/>
          <ac:spMkLst>
            <pc:docMk/>
            <pc:sldMk cId="4185349444" sldId="320"/>
            <ac:spMk id="21" creationId="{9D49906C-FD8F-F85E-DC18-79275289583C}"/>
          </ac:spMkLst>
        </pc:spChg>
        <pc:spChg chg="del">
          <ac:chgData name="payal jadhav" userId="a1e439c47777b8da" providerId="LiveId" clId="{3E3D8C22-527D-4F99-95B9-DD9A318B7CFE}" dt="2024-04-02T16:41:19.210" v="1027" actId="478"/>
          <ac:spMkLst>
            <pc:docMk/>
            <pc:sldMk cId="4185349444" sldId="320"/>
            <ac:spMk id="23" creationId="{561D4B10-69C3-CC9B-E6AA-1E0E6C576939}"/>
          </ac:spMkLst>
        </pc:spChg>
        <pc:spChg chg="del">
          <ac:chgData name="payal jadhav" userId="a1e439c47777b8da" providerId="LiveId" clId="{3E3D8C22-527D-4F99-95B9-DD9A318B7CFE}" dt="2024-04-02T16:40:42.289" v="1014" actId="478"/>
          <ac:spMkLst>
            <pc:docMk/>
            <pc:sldMk cId="4185349444" sldId="320"/>
            <ac:spMk id="25" creationId="{7798761A-B671-4825-623F-F4726F2BDF28}"/>
          </ac:spMkLst>
        </pc:spChg>
        <pc:graphicFrameChg chg="add mod modGraphic">
          <ac:chgData name="payal jadhav" userId="a1e439c47777b8da" providerId="LiveId" clId="{3E3D8C22-527D-4F99-95B9-DD9A318B7CFE}" dt="2024-04-02T16:44:50.261" v="1040" actId="12100"/>
          <ac:graphicFrameMkLst>
            <pc:docMk/>
            <pc:sldMk cId="4185349444" sldId="320"/>
            <ac:graphicFrameMk id="6" creationId="{7C7B6502-62F6-6CFB-8DEE-2E6447017B6B}"/>
          </ac:graphicFrameMkLst>
        </pc:graphicFrameChg>
      </pc:sldChg>
      <pc:sldChg chg="modSp add del mod">
        <pc:chgData name="payal jadhav" userId="a1e439c47777b8da" providerId="LiveId" clId="{3E3D8C22-527D-4F99-95B9-DD9A318B7CFE}" dt="2024-04-02T14:10:34.339" v="537" actId="47"/>
        <pc:sldMkLst>
          <pc:docMk/>
          <pc:sldMk cId="1457890212" sldId="321"/>
        </pc:sldMkLst>
        <pc:spChg chg="mod">
          <ac:chgData name="payal jadhav" userId="a1e439c47777b8da" providerId="LiveId" clId="{3E3D8C22-527D-4F99-95B9-DD9A318B7CFE}" dt="2024-04-02T13:54:43.228" v="284" actId="255"/>
          <ac:spMkLst>
            <pc:docMk/>
            <pc:sldMk cId="1457890212" sldId="321"/>
            <ac:spMk id="3" creationId="{DE597F60-88E2-C430-D52B-6604405AD55C}"/>
          </ac:spMkLst>
        </pc:spChg>
      </pc:sldChg>
      <pc:sldChg chg="addSp delSp modSp add del mod">
        <pc:chgData name="payal jadhav" userId="a1e439c47777b8da" providerId="LiveId" clId="{3E3D8C22-527D-4F99-95B9-DD9A318B7CFE}" dt="2024-04-02T14:35:53.292" v="563" actId="47"/>
        <pc:sldMkLst>
          <pc:docMk/>
          <pc:sldMk cId="2940363237" sldId="322"/>
        </pc:sldMkLst>
        <pc:spChg chg="add del mod">
          <ac:chgData name="payal jadhav" userId="a1e439c47777b8da" providerId="LiveId" clId="{3E3D8C22-527D-4F99-95B9-DD9A318B7CFE}" dt="2024-04-02T14:21:01.054" v="549" actId="931"/>
          <ac:spMkLst>
            <pc:docMk/>
            <pc:sldMk cId="2940363237" sldId="322"/>
            <ac:spMk id="7" creationId="{EC374E68-9324-8BAB-9A3D-7CE477963693}"/>
          </ac:spMkLst>
        </pc:spChg>
        <pc:spChg chg="add del mod">
          <ac:chgData name="payal jadhav" userId="a1e439c47777b8da" providerId="LiveId" clId="{3E3D8C22-527D-4F99-95B9-DD9A318B7CFE}" dt="2024-04-02T14:22:35.817" v="552" actId="931"/>
          <ac:spMkLst>
            <pc:docMk/>
            <pc:sldMk cId="2940363237" sldId="322"/>
            <ac:spMk id="11" creationId="{4F7F5DB0-FCBA-1912-A9A7-59D565F6954E}"/>
          </ac:spMkLst>
        </pc:spChg>
        <pc:spChg chg="add del mod">
          <ac:chgData name="payal jadhav" userId="a1e439c47777b8da" providerId="LiveId" clId="{3E3D8C22-527D-4F99-95B9-DD9A318B7CFE}" dt="2024-04-02T14:22:50.157" v="554" actId="931"/>
          <ac:spMkLst>
            <pc:docMk/>
            <pc:sldMk cId="2940363237" sldId="322"/>
            <ac:spMk id="16" creationId="{FC8B15BD-F862-AD14-061E-86986F7B9615}"/>
          </ac:spMkLst>
        </pc:spChg>
        <pc:spChg chg="add del mod">
          <ac:chgData name="payal jadhav" userId="a1e439c47777b8da" providerId="LiveId" clId="{3E3D8C22-527D-4F99-95B9-DD9A318B7CFE}" dt="2024-04-02T14:29:28.937" v="556" actId="931"/>
          <ac:spMkLst>
            <pc:docMk/>
            <pc:sldMk cId="2940363237" sldId="322"/>
            <ac:spMk id="20" creationId="{EB31BAAF-FF35-8572-06EE-FBD86F9F1F1C}"/>
          </ac:spMkLst>
        </pc:spChg>
        <pc:spChg chg="add mod">
          <ac:chgData name="payal jadhav" userId="a1e439c47777b8da" providerId="LiveId" clId="{3E3D8C22-527D-4F99-95B9-DD9A318B7CFE}" dt="2024-04-02T14:34:57.425" v="559" actId="478"/>
          <ac:spMkLst>
            <pc:docMk/>
            <pc:sldMk cId="2940363237" sldId="322"/>
            <ac:spMk id="24" creationId="{EDDB9F88-BB23-AA1F-95AE-F10336637C54}"/>
          </ac:spMkLst>
        </pc:spChg>
        <pc:picChg chg="add del mod">
          <ac:chgData name="payal jadhav" userId="a1e439c47777b8da" providerId="LiveId" clId="{3E3D8C22-527D-4F99-95B9-DD9A318B7CFE}" dt="2024-04-02T14:22:19.075" v="551" actId="478"/>
          <ac:picMkLst>
            <pc:docMk/>
            <pc:sldMk cId="2940363237" sldId="322"/>
            <ac:picMk id="9" creationId="{87E068FA-563E-E562-6277-B1CA67020989}"/>
          </ac:picMkLst>
        </pc:picChg>
        <pc:picChg chg="add del mod">
          <ac:chgData name="payal jadhav" userId="a1e439c47777b8da" providerId="LiveId" clId="{3E3D8C22-527D-4F99-95B9-DD9A318B7CFE}" dt="2024-04-02T14:22:38.350" v="553" actId="478"/>
          <ac:picMkLst>
            <pc:docMk/>
            <pc:sldMk cId="2940363237" sldId="322"/>
            <ac:picMk id="13" creationId="{774C972C-CD6F-C96A-91E3-034BA3C7E582}"/>
          </ac:picMkLst>
        </pc:picChg>
        <pc:picChg chg="del">
          <ac:chgData name="payal jadhav" userId="a1e439c47777b8da" providerId="LiveId" clId="{3E3D8C22-527D-4F99-95B9-DD9A318B7CFE}" dt="2024-04-02T14:20:48.586" v="548" actId="478"/>
          <ac:picMkLst>
            <pc:docMk/>
            <pc:sldMk cId="2940363237" sldId="322"/>
            <ac:picMk id="15" creationId="{48869757-F643-C013-26AA-3DDE95080099}"/>
          </ac:picMkLst>
        </pc:picChg>
        <pc:picChg chg="add del mod">
          <ac:chgData name="payal jadhav" userId="a1e439c47777b8da" providerId="LiveId" clId="{3E3D8C22-527D-4F99-95B9-DD9A318B7CFE}" dt="2024-04-02T14:24:54.613" v="555" actId="478"/>
          <ac:picMkLst>
            <pc:docMk/>
            <pc:sldMk cId="2940363237" sldId="322"/>
            <ac:picMk id="18" creationId="{0E0C5FA9-C878-0585-0478-3F19CB795EE5}"/>
          </ac:picMkLst>
        </pc:picChg>
        <pc:picChg chg="add del mod">
          <ac:chgData name="payal jadhav" userId="a1e439c47777b8da" providerId="LiveId" clId="{3E3D8C22-527D-4F99-95B9-DD9A318B7CFE}" dt="2024-04-02T14:34:57.425" v="559" actId="478"/>
          <ac:picMkLst>
            <pc:docMk/>
            <pc:sldMk cId="2940363237" sldId="322"/>
            <ac:picMk id="22" creationId="{F7203CFF-53C5-145F-7667-0BFFF9082AFE}"/>
          </ac:picMkLst>
        </pc:picChg>
      </pc:sldChg>
      <pc:sldChg chg="modSp add mod modTransition">
        <pc:chgData name="payal jadhav" userId="a1e439c47777b8da" providerId="LiveId" clId="{3E3D8C22-527D-4F99-95B9-DD9A318B7CFE}" dt="2024-04-04T04:53:30.375" v="1171" actId="207"/>
        <pc:sldMkLst>
          <pc:docMk/>
          <pc:sldMk cId="1453401773" sldId="323"/>
        </pc:sldMkLst>
        <pc:spChg chg="mod">
          <ac:chgData name="payal jadhav" userId="a1e439c47777b8da" providerId="LiveId" clId="{3E3D8C22-527D-4F99-95B9-DD9A318B7CFE}" dt="2024-04-02T16:46:30.965" v="1048" actId="1076"/>
          <ac:spMkLst>
            <pc:docMk/>
            <pc:sldMk cId="1453401773" sldId="323"/>
            <ac:spMk id="2" creationId="{42DEC726-32CC-C4E0-DF03-FDB8697A9C23}"/>
          </ac:spMkLst>
        </pc:spChg>
        <pc:spChg chg="mod">
          <ac:chgData name="payal jadhav" userId="a1e439c47777b8da" providerId="LiveId" clId="{3E3D8C22-527D-4F99-95B9-DD9A318B7CFE}" dt="2024-04-03T08:38:25.587" v="1097" actId="20577"/>
          <ac:spMkLst>
            <pc:docMk/>
            <pc:sldMk cId="1453401773" sldId="323"/>
            <ac:spMk id="3" creationId="{DE597F60-88E2-C430-D52B-6604405AD55C}"/>
          </ac:spMkLst>
        </pc:spChg>
        <pc:spChg chg="mod">
          <ac:chgData name="payal jadhav" userId="a1e439c47777b8da" providerId="LiveId" clId="{3E3D8C22-527D-4F99-95B9-DD9A318B7CFE}" dt="2024-04-02T16:46:28.355" v="1047" actId="1076"/>
          <ac:spMkLst>
            <pc:docMk/>
            <pc:sldMk cId="1453401773" sldId="323"/>
            <ac:spMk id="4" creationId="{187C39D4-728A-979E-0311-8793961E8DD9}"/>
          </ac:spMkLst>
        </pc:spChg>
        <pc:spChg chg="mod">
          <ac:chgData name="payal jadhav" userId="a1e439c47777b8da" providerId="LiveId" clId="{3E3D8C22-527D-4F99-95B9-DD9A318B7CFE}" dt="2024-04-04T04:53:30.375" v="1171" actId="207"/>
          <ac:spMkLst>
            <pc:docMk/>
            <pc:sldMk cId="1453401773" sldId="323"/>
            <ac:spMk id="5" creationId="{E95044F7-BD97-2FDE-4E33-A565BCF0EFEC}"/>
          </ac:spMkLst>
        </pc:spChg>
      </pc:sldChg>
      <pc:sldChg chg="modSp add mod ord modTransition">
        <pc:chgData name="payal jadhav" userId="a1e439c47777b8da" providerId="LiveId" clId="{3E3D8C22-527D-4F99-95B9-DD9A318B7CFE}" dt="2024-04-04T04:53:40.370" v="1172" actId="207"/>
        <pc:sldMkLst>
          <pc:docMk/>
          <pc:sldMk cId="851468388" sldId="324"/>
        </pc:sldMkLst>
        <pc:spChg chg="mod">
          <ac:chgData name="payal jadhav" userId="a1e439c47777b8da" providerId="LiveId" clId="{3E3D8C22-527D-4F99-95B9-DD9A318B7CFE}" dt="2024-04-04T04:53:40.370" v="1172" actId="207"/>
          <ac:spMkLst>
            <pc:docMk/>
            <pc:sldMk cId="851468388" sldId="324"/>
            <ac:spMk id="11" creationId="{949404F1-8E94-7D3D-71E2-A1A4B7CBCB4A}"/>
          </ac:spMkLst>
        </pc:spChg>
      </pc:sldChg>
      <pc:sldChg chg="modSp add mod modTransition">
        <pc:chgData name="payal jadhav" userId="a1e439c47777b8da" providerId="LiveId" clId="{3E3D8C22-527D-4F99-95B9-DD9A318B7CFE}" dt="2024-05-07T16:26:46.128" v="1607" actId="5793"/>
        <pc:sldMkLst>
          <pc:docMk/>
          <pc:sldMk cId="3982698290" sldId="325"/>
        </pc:sldMkLst>
        <pc:spChg chg="mod">
          <ac:chgData name="payal jadhav" userId="a1e439c47777b8da" providerId="LiveId" clId="{3E3D8C22-527D-4F99-95B9-DD9A318B7CFE}" dt="2024-04-02T16:46:13.369" v="1045" actId="1076"/>
          <ac:spMkLst>
            <pc:docMk/>
            <pc:sldMk cId="3982698290" sldId="325"/>
            <ac:spMk id="2" creationId="{42DEC726-32CC-C4E0-DF03-FDB8697A9C23}"/>
          </ac:spMkLst>
        </pc:spChg>
        <pc:spChg chg="mod">
          <ac:chgData name="payal jadhav" userId="a1e439c47777b8da" providerId="LiveId" clId="{3E3D8C22-527D-4F99-95B9-DD9A318B7CFE}" dt="2024-05-07T16:26:46.128" v="1607" actId="5793"/>
          <ac:spMkLst>
            <pc:docMk/>
            <pc:sldMk cId="3982698290" sldId="325"/>
            <ac:spMk id="3" creationId="{DE597F60-88E2-C430-D52B-6604405AD55C}"/>
          </ac:spMkLst>
        </pc:spChg>
        <pc:spChg chg="mod">
          <ac:chgData name="payal jadhav" userId="a1e439c47777b8da" providerId="LiveId" clId="{3E3D8C22-527D-4F99-95B9-DD9A318B7CFE}" dt="2024-04-02T16:46:21.067" v="1046" actId="1076"/>
          <ac:spMkLst>
            <pc:docMk/>
            <pc:sldMk cId="3982698290" sldId="325"/>
            <ac:spMk id="4" creationId="{187C39D4-728A-979E-0311-8793961E8DD9}"/>
          </ac:spMkLst>
        </pc:spChg>
        <pc:spChg chg="mod">
          <ac:chgData name="payal jadhav" userId="a1e439c47777b8da" providerId="LiveId" clId="{3E3D8C22-527D-4F99-95B9-DD9A318B7CFE}" dt="2024-04-04T04:53:23.376" v="1170" actId="207"/>
          <ac:spMkLst>
            <pc:docMk/>
            <pc:sldMk cId="3982698290" sldId="325"/>
            <ac:spMk id="5" creationId="{E95044F7-BD97-2FDE-4E33-A565BCF0EFEC}"/>
          </ac:spMkLst>
        </pc:spChg>
      </pc:sldChg>
      <pc:sldChg chg="add del">
        <pc:chgData name="payal jadhav" userId="a1e439c47777b8da" providerId="LiveId" clId="{3E3D8C22-527D-4F99-95B9-DD9A318B7CFE}" dt="2024-04-02T14:07:59.404" v="453" actId="47"/>
        <pc:sldMkLst>
          <pc:docMk/>
          <pc:sldMk cId="4111697805" sldId="325"/>
        </pc:sldMkLst>
      </pc:sldChg>
      <pc:sldChg chg="new del">
        <pc:chgData name="payal jadhav" userId="a1e439c47777b8da" providerId="LiveId" clId="{3E3D8C22-527D-4F99-95B9-DD9A318B7CFE}" dt="2024-04-02T14:37:20.250" v="567" actId="47"/>
        <pc:sldMkLst>
          <pc:docMk/>
          <pc:sldMk cId="633893106" sldId="326"/>
        </pc:sldMkLst>
      </pc:sldChg>
      <pc:sldChg chg="modSp add del mod">
        <pc:chgData name="payal jadhav" userId="a1e439c47777b8da" providerId="LiveId" clId="{3E3D8C22-527D-4F99-95B9-DD9A318B7CFE}" dt="2024-04-02T14:41:06.496" v="616" actId="47"/>
        <pc:sldMkLst>
          <pc:docMk/>
          <pc:sldMk cId="2505287451" sldId="327"/>
        </pc:sldMkLst>
        <pc:spChg chg="mod">
          <ac:chgData name="payal jadhav" userId="a1e439c47777b8da" providerId="LiveId" clId="{3E3D8C22-527D-4F99-95B9-DD9A318B7CFE}" dt="2024-04-02T14:37:38.064" v="569" actId="20577"/>
          <ac:spMkLst>
            <pc:docMk/>
            <pc:sldMk cId="2505287451" sldId="327"/>
            <ac:spMk id="3" creationId="{61377AF6-2477-81EC-D1BC-43FD72DF18F6}"/>
          </ac:spMkLst>
        </pc:spChg>
      </pc:sldChg>
      <pc:sldChg chg="addSp delSp modSp new mod modTransition">
        <pc:chgData name="payal jadhav" userId="a1e439c47777b8da" providerId="LiveId" clId="{3E3D8C22-527D-4F99-95B9-DD9A318B7CFE}" dt="2024-05-07T16:25:00.619" v="1550" actId="20577"/>
        <pc:sldMkLst>
          <pc:docMk/>
          <pc:sldMk cId="2942734432" sldId="328"/>
        </pc:sldMkLst>
        <pc:spChg chg="mod">
          <ac:chgData name="payal jadhav" userId="a1e439c47777b8da" providerId="LiveId" clId="{3E3D8C22-527D-4F99-95B9-DD9A318B7CFE}" dt="2024-04-02T14:44:18.750" v="717" actId="207"/>
          <ac:spMkLst>
            <pc:docMk/>
            <pc:sldMk cId="2942734432" sldId="328"/>
            <ac:spMk id="2" creationId="{F6C49417-0840-CB42-5F69-6D47069361A5}"/>
          </ac:spMkLst>
        </pc:spChg>
        <pc:spChg chg="add mod">
          <ac:chgData name="payal jadhav" userId="a1e439c47777b8da" providerId="LiveId" clId="{3E3D8C22-527D-4F99-95B9-DD9A318B7CFE}" dt="2024-04-02T14:39:54.621" v="595" actId="1076"/>
          <ac:spMkLst>
            <pc:docMk/>
            <pc:sldMk cId="2942734432" sldId="328"/>
            <ac:spMk id="3" creationId="{90D3F0C4-D7A7-6D4B-97FB-7426589941AB}"/>
          </ac:spMkLst>
        </pc:spChg>
        <pc:spChg chg="add mod">
          <ac:chgData name="payal jadhav" userId="a1e439c47777b8da" providerId="LiveId" clId="{3E3D8C22-527D-4F99-95B9-DD9A318B7CFE}" dt="2024-04-02T14:40:15.529" v="598" actId="14861"/>
          <ac:spMkLst>
            <pc:docMk/>
            <pc:sldMk cId="2942734432" sldId="328"/>
            <ac:spMk id="4" creationId="{90D06F3E-EE24-B157-99DE-E6EC2E9E5C0F}"/>
          </ac:spMkLst>
        </pc:spChg>
        <pc:spChg chg="add mod">
          <ac:chgData name="payal jadhav" userId="a1e439c47777b8da" providerId="LiveId" clId="{3E3D8C22-527D-4F99-95B9-DD9A318B7CFE}" dt="2024-04-02T14:41:01.247" v="615" actId="1076"/>
          <ac:spMkLst>
            <pc:docMk/>
            <pc:sldMk cId="2942734432" sldId="328"/>
            <ac:spMk id="5" creationId="{CFFF8C07-7587-00A6-EEBB-246067F228CD}"/>
          </ac:spMkLst>
        </pc:spChg>
        <pc:spChg chg="add mod">
          <ac:chgData name="payal jadhav" userId="a1e439c47777b8da" providerId="LiveId" clId="{3E3D8C22-527D-4F99-95B9-DD9A318B7CFE}" dt="2024-05-07T16:25:00.619" v="1550" actId="20577"/>
          <ac:spMkLst>
            <pc:docMk/>
            <pc:sldMk cId="2942734432" sldId="328"/>
            <ac:spMk id="6" creationId="{53EB023F-D4F9-53EC-2141-3FAD750F21BA}"/>
          </ac:spMkLst>
        </pc:spChg>
        <pc:spChg chg="add mod">
          <ac:chgData name="payal jadhav" userId="a1e439c47777b8da" providerId="LiveId" clId="{3E3D8C22-527D-4F99-95B9-DD9A318B7CFE}" dt="2024-04-02T14:44:08.907" v="716" actId="207"/>
          <ac:spMkLst>
            <pc:docMk/>
            <pc:sldMk cId="2942734432" sldId="328"/>
            <ac:spMk id="7" creationId="{094D9D97-DB47-4EE5-866D-927E7813BB5E}"/>
          </ac:spMkLst>
        </pc:spChg>
        <pc:spChg chg="add del mod">
          <ac:chgData name="payal jadhav" userId="a1e439c47777b8da" providerId="LiveId" clId="{3E3D8C22-527D-4F99-95B9-DD9A318B7CFE}" dt="2024-04-02T15:41:35.780" v="722" actId="478"/>
          <ac:spMkLst>
            <pc:docMk/>
            <pc:sldMk cId="2942734432" sldId="328"/>
            <ac:spMk id="8" creationId="{42FF0716-F3E1-5DB8-2CA6-067CABD1FD86}"/>
          </ac:spMkLst>
        </pc:spChg>
      </pc:sldChg>
      <pc:sldChg chg="addSp delSp modSp new mod modTransition">
        <pc:chgData name="payal jadhav" userId="a1e439c47777b8da" providerId="LiveId" clId="{3E3D8C22-527D-4F99-95B9-DD9A318B7CFE}" dt="2024-04-04T04:54:06.051" v="1175" actId="13822"/>
        <pc:sldMkLst>
          <pc:docMk/>
          <pc:sldMk cId="2508761508" sldId="329"/>
        </pc:sldMkLst>
        <pc:spChg chg="mod">
          <ac:chgData name="payal jadhav" userId="a1e439c47777b8da" providerId="LiveId" clId="{3E3D8C22-527D-4F99-95B9-DD9A318B7CFE}" dt="2024-04-04T04:53:56.401" v="1174" actId="207"/>
          <ac:spMkLst>
            <pc:docMk/>
            <pc:sldMk cId="2508761508" sldId="329"/>
            <ac:spMk id="2" creationId="{3A50BB9B-5D33-15E0-9D91-F10293DE45A1}"/>
          </ac:spMkLst>
        </pc:spChg>
        <pc:spChg chg="del">
          <ac:chgData name="payal jadhav" userId="a1e439c47777b8da" providerId="LiveId" clId="{3E3D8C22-527D-4F99-95B9-DD9A318B7CFE}" dt="2024-04-02T15:56:20.562" v="754" actId="478"/>
          <ac:spMkLst>
            <pc:docMk/>
            <pc:sldMk cId="2508761508" sldId="329"/>
            <ac:spMk id="3" creationId="{604234BF-0EE4-A995-CF76-C57FED8C86F6}"/>
          </ac:spMkLst>
        </pc:spChg>
        <pc:spChg chg="add mod">
          <ac:chgData name="payal jadhav" userId="a1e439c47777b8da" providerId="LiveId" clId="{3E3D8C22-527D-4F99-95B9-DD9A318B7CFE}" dt="2024-04-04T04:54:06.051" v="1175" actId="13822"/>
          <ac:spMkLst>
            <pc:docMk/>
            <pc:sldMk cId="2508761508" sldId="329"/>
            <ac:spMk id="4" creationId="{74301978-44CA-C035-DCC1-4C8E7BBB2384}"/>
          </ac:spMkLst>
        </pc:spChg>
      </pc:sldChg>
      <pc:sldChg chg="new del">
        <pc:chgData name="payal jadhav" userId="a1e439c47777b8da" providerId="LiveId" clId="{3E3D8C22-527D-4F99-95B9-DD9A318B7CFE}" dt="2024-04-05T03:03:40.953" v="1227" actId="47"/>
        <pc:sldMkLst>
          <pc:docMk/>
          <pc:sldMk cId="731928101" sldId="330"/>
        </pc:sldMkLst>
      </pc:sldChg>
      <pc:sldChg chg="new del">
        <pc:chgData name="payal jadhav" userId="a1e439c47777b8da" providerId="LiveId" clId="{3E3D8C22-527D-4F99-95B9-DD9A318B7CFE}" dt="2024-04-05T03:15:22.286" v="1286" actId="47"/>
        <pc:sldMkLst>
          <pc:docMk/>
          <pc:sldMk cId="2224162987" sldId="330"/>
        </pc:sldMkLst>
      </pc:sldChg>
      <pc:sldChg chg="addSp delSp modSp add mod">
        <pc:chgData name="payal jadhav" userId="a1e439c47777b8da" providerId="LiveId" clId="{3E3D8C22-527D-4F99-95B9-DD9A318B7CFE}" dt="2024-04-05T05:15:22.826" v="1524" actId="13822"/>
        <pc:sldMkLst>
          <pc:docMk/>
          <pc:sldMk cId="3610742191" sldId="330"/>
        </pc:sldMkLst>
        <pc:spChg chg="add mod">
          <ac:chgData name="payal jadhav" userId="a1e439c47777b8da" providerId="LiveId" clId="{3E3D8C22-527D-4F99-95B9-DD9A318B7CFE}" dt="2024-04-05T05:15:22.826" v="1524" actId="13822"/>
          <ac:spMkLst>
            <pc:docMk/>
            <pc:sldMk cId="3610742191" sldId="330"/>
            <ac:spMk id="3" creationId="{660F865C-AF1E-8880-EAE8-E3BD65A641CB}"/>
          </ac:spMkLst>
        </pc:spChg>
        <pc:spChg chg="add mod">
          <ac:chgData name="payal jadhav" userId="a1e439c47777b8da" providerId="LiveId" clId="{3E3D8C22-527D-4F99-95B9-DD9A318B7CFE}" dt="2024-04-05T05:15:21.975" v="1523" actId="13822"/>
          <ac:spMkLst>
            <pc:docMk/>
            <pc:sldMk cId="3610742191" sldId="330"/>
            <ac:spMk id="5" creationId="{2D9AF1E7-5821-EBD9-A30C-21DDB4C99D99}"/>
          </ac:spMkLst>
        </pc:spChg>
        <pc:spChg chg="add mod">
          <ac:chgData name="payal jadhav" userId="a1e439c47777b8da" providerId="LiveId" clId="{3E3D8C22-527D-4F99-95B9-DD9A318B7CFE}" dt="2024-04-05T04:56:18.400" v="1327" actId="1076"/>
          <ac:spMkLst>
            <pc:docMk/>
            <pc:sldMk cId="3610742191" sldId="330"/>
            <ac:spMk id="7" creationId="{6D47998C-A0DE-3314-447E-2855C65576F1}"/>
          </ac:spMkLst>
        </pc:spChg>
        <pc:spChg chg="add mod">
          <ac:chgData name="payal jadhav" userId="a1e439c47777b8da" providerId="LiveId" clId="{3E3D8C22-527D-4F99-95B9-DD9A318B7CFE}" dt="2024-04-05T04:56:23.139" v="1328" actId="1076"/>
          <ac:spMkLst>
            <pc:docMk/>
            <pc:sldMk cId="3610742191" sldId="330"/>
            <ac:spMk id="8" creationId="{27224B42-BB7D-BD44-2FFA-CF37D255C7FC}"/>
          </ac:spMkLst>
        </pc:spChg>
        <pc:spChg chg="add mod">
          <ac:chgData name="payal jadhav" userId="a1e439c47777b8da" providerId="LiveId" clId="{3E3D8C22-527D-4F99-95B9-DD9A318B7CFE}" dt="2024-04-05T04:59:22.461" v="1360" actId="1076"/>
          <ac:spMkLst>
            <pc:docMk/>
            <pc:sldMk cId="3610742191" sldId="330"/>
            <ac:spMk id="9" creationId="{77B4833B-BD42-3291-1F56-43FE90A3B014}"/>
          </ac:spMkLst>
        </pc:spChg>
        <pc:spChg chg="add mod">
          <ac:chgData name="payal jadhav" userId="a1e439c47777b8da" providerId="LiveId" clId="{3E3D8C22-527D-4F99-95B9-DD9A318B7CFE}" dt="2024-04-05T04:59:27.683" v="1361" actId="1076"/>
          <ac:spMkLst>
            <pc:docMk/>
            <pc:sldMk cId="3610742191" sldId="330"/>
            <ac:spMk id="10" creationId="{54C2BB56-33E3-8BCA-46C6-CD1520A74409}"/>
          </ac:spMkLst>
        </pc:spChg>
        <pc:spChg chg="mod">
          <ac:chgData name="payal jadhav" userId="a1e439c47777b8da" providerId="LiveId" clId="{3E3D8C22-527D-4F99-95B9-DD9A318B7CFE}" dt="2024-04-05T05:06:31.037" v="1457" actId="20577"/>
          <ac:spMkLst>
            <pc:docMk/>
            <pc:sldMk cId="3610742191" sldId="330"/>
            <ac:spMk id="11" creationId="{7A49C0DA-C8AE-5ECC-149A-D60ECFF8C1EB}"/>
          </ac:spMkLst>
        </pc:spChg>
        <pc:spChg chg="add mod">
          <ac:chgData name="payal jadhav" userId="a1e439c47777b8da" providerId="LiveId" clId="{3E3D8C22-527D-4F99-95B9-DD9A318B7CFE}" dt="2024-04-05T05:02:24.793" v="1393" actId="1076"/>
          <ac:spMkLst>
            <pc:docMk/>
            <pc:sldMk cId="3610742191" sldId="330"/>
            <ac:spMk id="12" creationId="{1C96F56B-3FDD-AD01-8D47-5981126C93D7}"/>
          </ac:spMkLst>
        </pc:spChg>
        <pc:spChg chg="add mod">
          <ac:chgData name="payal jadhav" userId="a1e439c47777b8da" providerId="LiveId" clId="{3E3D8C22-527D-4F99-95B9-DD9A318B7CFE}" dt="2024-04-05T05:04:43.813" v="1415" actId="1076"/>
          <ac:spMkLst>
            <pc:docMk/>
            <pc:sldMk cId="3610742191" sldId="330"/>
            <ac:spMk id="13" creationId="{E9582EE3-C59A-0DD2-D571-E509C0DD1AE8}"/>
          </ac:spMkLst>
        </pc:spChg>
        <pc:spChg chg="add mod">
          <ac:chgData name="payal jadhav" userId="a1e439c47777b8da" providerId="LiveId" clId="{3E3D8C22-527D-4F99-95B9-DD9A318B7CFE}" dt="2024-04-05T05:05:18.742" v="1423" actId="13822"/>
          <ac:spMkLst>
            <pc:docMk/>
            <pc:sldMk cId="3610742191" sldId="330"/>
            <ac:spMk id="14" creationId="{DFDBA313-3C98-8EED-38AE-B0445A3D7438}"/>
          </ac:spMkLst>
        </pc:spChg>
        <pc:spChg chg="add mod">
          <ac:chgData name="payal jadhav" userId="a1e439c47777b8da" providerId="LiveId" clId="{3E3D8C22-527D-4F99-95B9-DD9A318B7CFE}" dt="2024-04-05T05:05:16.049" v="1422" actId="13822"/>
          <ac:spMkLst>
            <pc:docMk/>
            <pc:sldMk cId="3610742191" sldId="330"/>
            <ac:spMk id="15" creationId="{6954495F-8BD4-0275-B3E3-1B3E2489B46F}"/>
          </ac:spMkLst>
        </pc:spChg>
        <pc:spChg chg="add mod">
          <ac:chgData name="payal jadhav" userId="a1e439c47777b8da" providerId="LiveId" clId="{3E3D8C22-527D-4F99-95B9-DD9A318B7CFE}" dt="2024-04-05T05:05:21.508" v="1424" actId="13822"/>
          <ac:spMkLst>
            <pc:docMk/>
            <pc:sldMk cId="3610742191" sldId="330"/>
            <ac:spMk id="16" creationId="{BA573AF0-4434-7EE6-8BD7-C0B474C76F0A}"/>
          </ac:spMkLst>
        </pc:spChg>
        <pc:spChg chg="add mod">
          <ac:chgData name="payal jadhav" userId="a1e439c47777b8da" providerId="LiveId" clId="{3E3D8C22-527D-4F99-95B9-DD9A318B7CFE}" dt="2024-04-05T05:05:09.095" v="1420" actId="13822"/>
          <ac:spMkLst>
            <pc:docMk/>
            <pc:sldMk cId="3610742191" sldId="330"/>
            <ac:spMk id="17" creationId="{D0EB635C-A377-36CD-9D53-7EF719843038}"/>
          </ac:spMkLst>
        </pc:spChg>
        <pc:spChg chg="add mod">
          <ac:chgData name="payal jadhav" userId="a1e439c47777b8da" providerId="LiveId" clId="{3E3D8C22-527D-4F99-95B9-DD9A318B7CFE}" dt="2024-04-05T05:05:39.905" v="1429" actId="13822"/>
          <ac:spMkLst>
            <pc:docMk/>
            <pc:sldMk cId="3610742191" sldId="330"/>
            <ac:spMk id="18" creationId="{31020B50-3FE9-8015-0290-1844C919BFA1}"/>
          </ac:spMkLst>
        </pc:spChg>
        <pc:spChg chg="add mod">
          <ac:chgData name="payal jadhav" userId="a1e439c47777b8da" providerId="LiveId" clId="{3E3D8C22-527D-4F99-95B9-DD9A318B7CFE}" dt="2024-04-05T05:06:00.140" v="1431" actId="13822"/>
          <ac:spMkLst>
            <pc:docMk/>
            <pc:sldMk cId="3610742191" sldId="330"/>
            <ac:spMk id="19" creationId="{5A7225B3-6710-FBF4-ADF5-227E0CDCC32C}"/>
          </ac:spMkLst>
        </pc:spChg>
        <pc:spChg chg="add del mod">
          <ac:chgData name="payal jadhav" userId="a1e439c47777b8da" providerId="LiveId" clId="{3E3D8C22-527D-4F99-95B9-DD9A318B7CFE}" dt="2024-04-05T05:04:17" v="1410" actId="478"/>
          <ac:spMkLst>
            <pc:docMk/>
            <pc:sldMk cId="3610742191" sldId="330"/>
            <ac:spMk id="20" creationId="{7182AC82-5F54-DD36-71B4-9D5F5CC66D42}"/>
          </ac:spMkLst>
        </pc:spChg>
        <pc:spChg chg="add del mod">
          <ac:chgData name="payal jadhav" userId="a1e439c47777b8da" providerId="LiveId" clId="{3E3D8C22-527D-4F99-95B9-DD9A318B7CFE}" dt="2024-04-05T05:04:15.410" v="1409" actId="478"/>
          <ac:spMkLst>
            <pc:docMk/>
            <pc:sldMk cId="3610742191" sldId="330"/>
            <ac:spMk id="21" creationId="{76E7353C-FCE6-8224-E3DD-704CE97BA576}"/>
          </ac:spMkLst>
        </pc:spChg>
        <pc:spChg chg="add mod">
          <ac:chgData name="payal jadhav" userId="a1e439c47777b8da" providerId="LiveId" clId="{3E3D8C22-527D-4F99-95B9-DD9A318B7CFE}" dt="2024-04-05T05:05:28.729" v="1426" actId="13822"/>
          <ac:spMkLst>
            <pc:docMk/>
            <pc:sldMk cId="3610742191" sldId="330"/>
            <ac:spMk id="22" creationId="{8894EEF0-C52B-06AA-5E04-9B43177E53D5}"/>
          </ac:spMkLst>
        </pc:spChg>
        <pc:spChg chg="add mod">
          <ac:chgData name="payal jadhav" userId="a1e439c47777b8da" providerId="LiveId" clId="{3E3D8C22-527D-4F99-95B9-DD9A318B7CFE}" dt="2024-04-05T05:05:24.781" v="1425" actId="13822"/>
          <ac:spMkLst>
            <pc:docMk/>
            <pc:sldMk cId="3610742191" sldId="330"/>
            <ac:spMk id="23" creationId="{787F277E-53DA-BF69-392F-55ACE15F7EB0}"/>
          </ac:spMkLst>
        </pc:spChg>
        <pc:spChg chg="add mod">
          <ac:chgData name="payal jadhav" userId="a1e439c47777b8da" providerId="LiveId" clId="{3E3D8C22-527D-4F99-95B9-DD9A318B7CFE}" dt="2024-04-05T05:05:32.658" v="1427" actId="13822"/>
          <ac:spMkLst>
            <pc:docMk/>
            <pc:sldMk cId="3610742191" sldId="330"/>
            <ac:spMk id="24" creationId="{6C4DFABE-23C6-21D5-EE06-C5FDA5DE0701}"/>
          </ac:spMkLst>
        </pc:spChg>
        <pc:spChg chg="add mod">
          <ac:chgData name="payal jadhav" userId="a1e439c47777b8da" providerId="LiveId" clId="{3E3D8C22-527D-4F99-95B9-DD9A318B7CFE}" dt="2024-04-05T05:05:11.784" v="1421" actId="13822"/>
          <ac:spMkLst>
            <pc:docMk/>
            <pc:sldMk cId="3610742191" sldId="330"/>
            <ac:spMk id="25" creationId="{7B539685-B2C6-3390-CD64-72ED8A2E0927}"/>
          </ac:spMkLst>
        </pc:spChg>
        <pc:spChg chg="add mod">
          <ac:chgData name="payal jadhav" userId="a1e439c47777b8da" providerId="LiveId" clId="{3E3D8C22-527D-4F99-95B9-DD9A318B7CFE}" dt="2024-04-05T05:05:42.987" v="1430" actId="13822"/>
          <ac:spMkLst>
            <pc:docMk/>
            <pc:sldMk cId="3610742191" sldId="330"/>
            <ac:spMk id="26" creationId="{CF5A5618-4EAC-B830-8E3C-F579BECFE1B4}"/>
          </ac:spMkLst>
        </pc:spChg>
        <pc:spChg chg="add mod">
          <ac:chgData name="payal jadhav" userId="a1e439c47777b8da" providerId="LiveId" clId="{3E3D8C22-527D-4F99-95B9-DD9A318B7CFE}" dt="2024-04-05T05:05:06.279" v="1419" actId="13822"/>
          <ac:spMkLst>
            <pc:docMk/>
            <pc:sldMk cId="3610742191" sldId="330"/>
            <ac:spMk id="27" creationId="{B4B73631-726C-B651-9AE7-3F5BCBCFC4AA}"/>
          </ac:spMkLst>
        </pc:spChg>
        <pc:spChg chg="add del mod">
          <ac:chgData name="payal jadhav" userId="a1e439c47777b8da" providerId="LiveId" clId="{3E3D8C22-527D-4F99-95B9-DD9A318B7CFE}" dt="2024-04-05T05:02:59.086" v="1398" actId="478"/>
          <ac:spMkLst>
            <pc:docMk/>
            <pc:sldMk cId="3610742191" sldId="330"/>
            <ac:spMk id="28" creationId="{49706DFE-38F0-3F35-C3AF-DD4E5CFCDF9A}"/>
          </ac:spMkLst>
        </pc:spChg>
        <pc:spChg chg="add mod">
          <ac:chgData name="payal jadhav" userId="a1e439c47777b8da" providerId="LiveId" clId="{3E3D8C22-527D-4F99-95B9-DD9A318B7CFE}" dt="2024-04-05T05:05:00.935" v="1418" actId="13822"/>
          <ac:spMkLst>
            <pc:docMk/>
            <pc:sldMk cId="3610742191" sldId="330"/>
            <ac:spMk id="29" creationId="{02944054-9158-4A1B-05BB-B901898E96D4}"/>
          </ac:spMkLst>
        </pc:spChg>
        <pc:spChg chg="add mod">
          <ac:chgData name="payal jadhav" userId="a1e439c47777b8da" providerId="LiveId" clId="{3E3D8C22-527D-4F99-95B9-DD9A318B7CFE}" dt="2024-04-05T05:05:36.393" v="1428" actId="13822"/>
          <ac:spMkLst>
            <pc:docMk/>
            <pc:sldMk cId="3610742191" sldId="330"/>
            <ac:spMk id="30" creationId="{2BA53BCB-84A0-6A6A-5B79-6A0A63D8C968}"/>
          </ac:spMkLst>
        </pc:spChg>
        <pc:graphicFrameChg chg="del mod">
          <ac:chgData name="payal jadhav" userId="a1e439c47777b8da" providerId="LiveId" clId="{3E3D8C22-527D-4F99-95B9-DD9A318B7CFE}" dt="2024-04-05T04:53:09.732" v="1293" actId="478"/>
          <ac:graphicFrameMkLst>
            <pc:docMk/>
            <pc:sldMk cId="3610742191" sldId="330"/>
            <ac:graphicFrameMk id="6" creationId="{7C7B6502-62F6-6CFB-8DEE-2E6447017B6B}"/>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48A84C6-3BD4-4F27-ABE6-F58DA9DF9B98}" type="doc">
      <dgm:prSet loTypeId="urn:microsoft.com/office/officeart/2005/8/layout/bProcess3" loCatId="process" qsTypeId="urn:microsoft.com/office/officeart/2005/8/quickstyle/simple5" qsCatId="simple" csTypeId="urn:microsoft.com/office/officeart/2005/8/colors/colorful4" csCatId="colorful" phldr="1"/>
      <dgm:spPr/>
      <dgm:t>
        <a:bodyPr/>
        <a:lstStyle/>
        <a:p>
          <a:endParaRPr lang="en-IN"/>
        </a:p>
      </dgm:t>
    </dgm:pt>
    <dgm:pt modelId="{6360EFE7-D522-414A-B14E-BA47FE444C39}">
      <dgm:prSet phldrT="[Text]" custT="1"/>
      <dgm:spPr/>
      <dgm:t>
        <a:bodyPr/>
        <a:lstStyle/>
        <a:p>
          <a:r>
            <a:rPr lang="en-US" sz="2400" dirty="0">
              <a:latin typeface="Calibri" panose="020F0502020204030204" pitchFamily="34" charset="0"/>
              <a:ea typeface="Calibri" panose="020F0502020204030204" pitchFamily="34" charset="0"/>
              <a:cs typeface="Calibri" panose="020F0502020204030204" pitchFamily="34" charset="0"/>
            </a:rPr>
            <a:t>Defining Requirements</a:t>
          </a:r>
          <a:endParaRPr lang="en-IN" sz="2400" dirty="0">
            <a:latin typeface="Calibri" panose="020F0502020204030204" pitchFamily="34" charset="0"/>
            <a:ea typeface="Calibri" panose="020F0502020204030204" pitchFamily="34" charset="0"/>
            <a:cs typeface="Calibri" panose="020F0502020204030204" pitchFamily="34" charset="0"/>
          </a:endParaRPr>
        </a:p>
      </dgm:t>
    </dgm:pt>
    <dgm:pt modelId="{49543A90-03F6-4621-8332-AF64C9E84507}" type="parTrans" cxnId="{CA0E3FAA-A595-4E01-A73E-DBB3A7FBD59A}">
      <dgm:prSet/>
      <dgm:spPr/>
      <dgm:t>
        <a:bodyPr/>
        <a:lstStyle/>
        <a:p>
          <a:endParaRPr lang="en-IN"/>
        </a:p>
      </dgm:t>
    </dgm:pt>
    <dgm:pt modelId="{44734746-69A5-48F9-A7CC-B3E412FC6483}" type="sibTrans" cxnId="{CA0E3FAA-A595-4E01-A73E-DBB3A7FBD59A}">
      <dgm:prSet/>
      <dgm:spPr/>
      <dgm:t>
        <a:bodyPr/>
        <a:lstStyle/>
        <a:p>
          <a:endParaRPr lang="en-IN"/>
        </a:p>
      </dgm:t>
    </dgm:pt>
    <dgm:pt modelId="{205A7769-D046-4744-8769-2822B2C1943F}">
      <dgm:prSet phldrT="[Text]" custT="1"/>
      <dgm:spPr/>
      <dgm:t>
        <a:bodyPr/>
        <a:lstStyle/>
        <a:p>
          <a:r>
            <a:rPr lang="en-US" sz="2400" dirty="0">
              <a:latin typeface="Calibri" panose="020F0502020204030204" pitchFamily="34" charset="0"/>
              <a:ea typeface="Calibri" panose="020F0502020204030204" pitchFamily="34" charset="0"/>
              <a:cs typeface="Calibri" panose="020F0502020204030204" pitchFamily="34" charset="0"/>
            </a:rPr>
            <a:t>Selection of sensors, actuators, microcontroller</a:t>
          </a:r>
          <a:endParaRPr lang="en-IN" sz="2400" dirty="0">
            <a:latin typeface="Calibri" panose="020F0502020204030204" pitchFamily="34" charset="0"/>
            <a:ea typeface="Calibri" panose="020F0502020204030204" pitchFamily="34" charset="0"/>
            <a:cs typeface="Calibri" panose="020F0502020204030204" pitchFamily="34" charset="0"/>
          </a:endParaRPr>
        </a:p>
      </dgm:t>
    </dgm:pt>
    <dgm:pt modelId="{D8C7F335-7337-4A4C-86B8-68704AA536AC}" type="parTrans" cxnId="{72477024-B2D5-4F1F-A6B0-000603937323}">
      <dgm:prSet/>
      <dgm:spPr/>
      <dgm:t>
        <a:bodyPr/>
        <a:lstStyle/>
        <a:p>
          <a:endParaRPr lang="en-IN"/>
        </a:p>
      </dgm:t>
    </dgm:pt>
    <dgm:pt modelId="{47A5B231-FB29-4672-9522-235BA56E4283}" type="sibTrans" cxnId="{72477024-B2D5-4F1F-A6B0-000603937323}">
      <dgm:prSet/>
      <dgm:spPr/>
      <dgm:t>
        <a:bodyPr/>
        <a:lstStyle/>
        <a:p>
          <a:endParaRPr lang="en-IN"/>
        </a:p>
      </dgm:t>
    </dgm:pt>
    <dgm:pt modelId="{98AEDF7A-F33E-496F-A0B1-06D73D4489BF}">
      <dgm:prSet phldrT="[Text]" custT="1"/>
      <dgm:spPr/>
      <dgm:t>
        <a:bodyPr/>
        <a:lstStyle/>
        <a:p>
          <a:r>
            <a:rPr lang="en-US" sz="2400" dirty="0">
              <a:latin typeface="Calibri" panose="020F0502020204030204" pitchFamily="34" charset="0"/>
              <a:ea typeface="Calibri" panose="020F0502020204030204" pitchFamily="34" charset="0"/>
              <a:cs typeface="Calibri" panose="020F0502020204030204" pitchFamily="34" charset="0"/>
            </a:rPr>
            <a:t>Sensors Calibration</a:t>
          </a:r>
          <a:endParaRPr lang="en-IN" sz="2400" dirty="0">
            <a:latin typeface="Calibri" panose="020F0502020204030204" pitchFamily="34" charset="0"/>
            <a:ea typeface="Calibri" panose="020F0502020204030204" pitchFamily="34" charset="0"/>
            <a:cs typeface="Calibri" panose="020F0502020204030204" pitchFamily="34" charset="0"/>
          </a:endParaRPr>
        </a:p>
      </dgm:t>
    </dgm:pt>
    <dgm:pt modelId="{510452C8-39B2-4606-8FD8-916D8A0DCE5B}" type="parTrans" cxnId="{F3A426AF-210A-4FC7-B8B9-ED80B0BE531A}">
      <dgm:prSet/>
      <dgm:spPr/>
      <dgm:t>
        <a:bodyPr/>
        <a:lstStyle/>
        <a:p>
          <a:endParaRPr lang="en-IN"/>
        </a:p>
      </dgm:t>
    </dgm:pt>
    <dgm:pt modelId="{9F5740C5-422B-4685-9191-C11BBED7EDAD}" type="sibTrans" cxnId="{F3A426AF-210A-4FC7-B8B9-ED80B0BE531A}">
      <dgm:prSet/>
      <dgm:spPr/>
      <dgm:t>
        <a:bodyPr/>
        <a:lstStyle/>
        <a:p>
          <a:endParaRPr lang="en-IN"/>
        </a:p>
      </dgm:t>
    </dgm:pt>
    <dgm:pt modelId="{28E5B463-DE56-40B9-9887-4FD26621A356}">
      <dgm:prSet phldrT="[Text]" custT="1"/>
      <dgm:spPr/>
      <dgm:t>
        <a:bodyPr/>
        <a:lstStyle/>
        <a:p>
          <a:r>
            <a:rPr lang="en-US" sz="2400" dirty="0">
              <a:latin typeface="Calibri" panose="020F0502020204030204" pitchFamily="34" charset="0"/>
              <a:ea typeface="Calibri" panose="020F0502020204030204" pitchFamily="34" charset="0"/>
              <a:cs typeface="Calibri" panose="020F0502020204030204" pitchFamily="34" charset="0"/>
            </a:rPr>
            <a:t>Data Processing</a:t>
          </a:r>
        </a:p>
        <a:p>
          <a:r>
            <a:rPr lang="en-US" sz="2400" dirty="0">
              <a:latin typeface="Calibri" panose="020F0502020204030204" pitchFamily="34" charset="0"/>
              <a:ea typeface="Calibri" panose="020F0502020204030204" pitchFamily="34" charset="0"/>
              <a:cs typeface="Calibri" panose="020F0502020204030204" pitchFamily="34" charset="0"/>
            </a:rPr>
            <a:t>And Testing</a:t>
          </a:r>
          <a:endParaRPr lang="en-IN" sz="2400" dirty="0">
            <a:latin typeface="Calibri" panose="020F0502020204030204" pitchFamily="34" charset="0"/>
            <a:ea typeface="Calibri" panose="020F0502020204030204" pitchFamily="34" charset="0"/>
            <a:cs typeface="Calibri" panose="020F0502020204030204" pitchFamily="34" charset="0"/>
          </a:endParaRPr>
        </a:p>
      </dgm:t>
    </dgm:pt>
    <dgm:pt modelId="{D89CAF78-4910-48AD-8749-4E9EE6A10F7C}" type="parTrans" cxnId="{951CE928-261F-4F77-A001-BE94B84C076E}">
      <dgm:prSet/>
      <dgm:spPr/>
      <dgm:t>
        <a:bodyPr/>
        <a:lstStyle/>
        <a:p>
          <a:endParaRPr lang="en-IN"/>
        </a:p>
      </dgm:t>
    </dgm:pt>
    <dgm:pt modelId="{DE12D62B-E228-43C3-A8FD-BFF12FAB691C}" type="sibTrans" cxnId="{951CE928-261F-4F77-A001-BE94B84C076E}">
      <dgm:prSet/>
      <dgm:spPr/>
      <dgm:t>
        <a:bodyPr/>
        <a:lstStyle/>
        <a:p>
          <a:endParaRPr lang="en-IN"/>
        </a:p>
      </dgm:t>
    </dgm:pt>
    <dgm:pt modelId="{BF53CD6E-4046-4F94-9BB8-172D53977CD8}">
      <dgm:prSet phldrT="[Text]" custT="1"/>
      <dgm:spPr/>
      <dgm:t>
        <a:bodyPr/>
        <a:lstStyle/>
        <a:p>
          <a:r>
            <a:rPr lang="en-US" sz="2400" dirty="0">
              <a:latin typeface="Calibri" panose="020F0502020204030204" pitchFamily="34" charset="0"/>
              <a:ea typeface="Calibri" panose="020F0502020204030204" pitchFamily="34" charset="0"/>
              <a:cs typeface="Calibri" panose="020F0502020204030204" pitchFamily="34" charset="0"/>
            </a:rPr>
            <a:t>Deployment and maintenance</a:t>
          </a:r>
          <a:endParaRPr lang="en-IN" sz="2400" dirty="0">
            <a:latin typeface="Calibri" panose="020F0502020204030204" pitchFamily="34" charset="0"/>
            <a:ea typeface="Calibri" panose="020F0502020204030204" pitchFamily="34" charset="0"/>
            <a:cs typeface="Calibri" panose="020F0502020204030204" pitchFamily="34" charset="0"/>
          </a:endParaRPr>
        </a:p>
      </dgm:t>
    </dgm:pt>
    <dgm:pt modelId="{2CB8411D-DCEB-4150-9DC4-A28C723E8ED7}" type="parTrans" cxnId="{2970949F-CBD0-4FEE-BD0A-73BD1171230E}">
      <dgm:prSet/>
      <dgm:spPr/>
      <dgm:t>
        <a:bodyPr/>
        <a:lstStyle/>
        <a:p>
          <a:endParaRPr lang="en-IN"/>
        </a:p>
      </dgm:t>
    </dgm:pt>
    <dgm:pt modelId="{42FEFF6E-2C0F-4AA4-BF32-1AFE2D22AAC8}" type="sibTrans" cxnId="{2970949F-CBD0-4FEE-BD0A-73BD1171230E}">
      <dgm:prSet/>
      <dgm:spPr/>
      <dgm:t>
        <a:bodyPr/>
        <a:lstStyle/>
        <a:p>
          <a:endParaRPr lang="en-IN"/>
        </a:p>
      </dgm:t>
    </dgm:pt>
    <dgm:pt modelId="{7D773906-D4D6-4D11-87AC-24191BDCE8B2}" type="pres">
      <dgm:prSet presAssocID="{C48A84C6-3BD4-4F27-ABE6-F58DA9DF9B98}" presName="Name0" presStyleCnt="0">
        <dgm:presLayoutVars>
          <dgm:dir/>
          <dgm:resizeHandles val="exact"/>
        </dgm:presLayoutVars>
      </dgm:prSet>
      <dgm:spPr/>
    </dgm:pt>
    <dgm:pt modelId="{04AD2D6D-25E7-4FA8-A7E3-9982C4B9C523}" type="pres">
      <dgm:prSet presAssocID="{6360EFE7-D522-414A-B14E-BA47FE444C39}" presName="node" presStyleLbl="node1" presStyleIdx="0" presStyleCnt="5" custLinFactNeighborX="-2378" custLinFactNeighborY="-291">
        <dgm:presLayoutVars>
          <dgm:bulletEnabled val="1"/>
        </dgm:presLayoutVars>
      </dgm:prSet>
      <dgm:spPr/>
    </dgm:pt>
    <dgm:pt modelId="{6B6486F2-A485-4A68-A533-31D1FCF12CD0}" type="pres">
      <dgm:prSet presAssocID="{44734746-69A5-48F9-A7CC-B3E412FC6483}" presName="sibTrans" presStyleLbl="sibTrans1D1" presStyleIdx="0" presStyleCnt="4"/>
      <dgm:spPr/>
    </dgm:pt>
    <dgm:pt modelId="{1285829F-CBA0-47DC-ABAF-60ED1580FDF2}" type="pres">
      <dgm:prSet presAssocID="{44734746-69A5-48F9-A7CC-B3E412FC6483}" presName="connectorText" presStyleLbl="sibTrans1D1" presStyleIdx="0" presStyleCnt="4"/>
      <dgm:spPr/>
    </dgm:pt>
    <dgm:pt modelId="{AA069690-F281-4EF9-AAF4-940D49F89211}" type="pres">
      <dgm:prSet presAssocID="{205A7769-D046-4744-8769-2822B2C1943F}" presName="node" presStyleLbl="node1" presStyleIdx="1" presStyleCnt="5">
        <dgm:presLayoutVars>
          <dgm:bulletEnabled val="1"/>
        </dgm:presLayoutVars>
      </dgm:prSet>
      <dgm:spPr/>
    </dgm:pt>
    <dgm:pt modelId="{612CEF5A-376A-4574-92D5-34E0E4AEA049}" type="pres">
      <dgm:prSet presAssocID="{47A5B231-FB29-4672-9522-235BA56E4283}" presName="sibTrans" presStyleLbl="sibTrans1D1" presStyleIdx="1" presStyleCnt="4"/>
      <dgm:spPr/>
    </dgm:pt>
    <dgm:pt modelId="{D287548A-83B1-4C9C-92D2-069E860E509B}" type="pres">
      <dgm:prSet presAssocID="{47A5B231-FB29-4672-9522-235BA56E4283}" presName="connectorText" presStyleLbl="sibTrans1D1" presStyleIdx="1" presStyleCnt="4"/>
      <dgm:spPr/>
    </dgm:pt>
    <dgm:pt modelId="{2D717281-C06D-450E-B69D-570D454A4C95}" type="pres">
      <dgm:prSet presAssocID="{98AEDF7A-F33E-496F-A0B1-06D73D4489BF}" presName="node" presStyleLbl="node1" presStyleIdx="2" presStyleCnt="5">
        <dgm:presLayoutVars>
          <dgm:bulletEnabled val="1"/>
        </dgm:presLayoutVars>
      </dgm:prSet>
      <dgm:spPr/>
    </dgm:pt>
    <dgm:pt modelId="{68CDC903-542B-46E5-B8AF-4FAD14BC82AF}" type="pres">
      <dgm:prSet presAssocID="{9F5740C5-422B-4685-9191-C11BBED7EDAD}" presName="sibTrans" presStyleLbl="sibTrans1D1" presStyleIdx="2" presStyleCnt="4"/>
      <dgm:spPr/>
    </dgm:pt>
    <dgm:pt modelId="{44277FA9-84FF-462B-B1AA-DA1D956564FD}" type="pres">
      <dgm:prSet presAssocID="{9F5740C5-422B-4685-9191-C11BBED7EDAD}" presName="connectorText" presStyleLbl="sibTrans1D1" presStyleIdx="2" presStyleCnt="4"/>
      <dgm:spPr/>
    </dgm:pt>
    <dgm:pt modelId="{C3D46133-47AA-49D9-8864-67277CFC5E23}" type="pres">
      <dgm:prSet presAssocID="{28E5B463-DE56-40B9-9887-4FD26621A356}" presName="node" presStyleLbl="node1" presStyleIdx="3" presStyleCnt="5">
        <dgm:presLayoutVars>
          <dgm:bulletEnabled val="1"/>
        </dgm:presLayoutVars>
      </dgm:prSet>
      <dgm:spPr/>
    </dgm:pt>
    <dgm:pt modelId="{29BF7BC7-16E2-476B-AE8C-7EE757265E29}" type="pres">
      <dgm:prSet presAssocID="{DE12D62B-E228-43C3-A8FD-BFF12FAB691C}" presName="sibTrans" presStyleLbl="sibTrans1D1" presStyleIdx="3" presStyleCnt="4"/>
      <dgm:spPr/>
    </dgm:pt>
    <dgm:pt modelId="{02B3BFD6-E247-42C2-AACF-DE72630F027E}" type="pres">
      <dgm:prSet presAssocID="{DE12D62B-E228-43C3-A8FD-BFF12FAB691C}" presName="connectorText" presStyleLbl="sibTrans1D1" presStyleIdx="3" presStyleCnt="4"/>
      <dgm:spPr/>
    </dgm:pt>
    <dgm:pt modelId="{DF0ED5FC-2433-4B53-BBA2-1E23A59ED004}" type="pres">
      <dgm:prSet presAssocID="{BF53CD6E-4046-4F94-9BB8-172D53977CD8}" presName="node" presStyleLbl="node1" presStyleIdx="4" presStyleCnt="5">
        <dgm:presLayoutVars>
          <dgm:bulletEnabled val="1"/>
        </dgm:presLayoutVars>
      </dgm:prSet>
      <dgm:spPr/>
    </dgm:pt>
  </dgm:ptLst>
  <dgm:cxnLst>
    <dgm:cxn modelId="{D45A011F-8C57-45B7-B17A-CD29DB002236}" type="presOf" srcId="{47A5B231-FB29-4672-9522-235BA56E4283}" destId="{612CEF5A-376A-4574-92D5-34E0E4AEA049}" srcOrd="0" destOrd="0" presId="urn:microsoft.com/office/officeart/2005/8/layout/bProcess3"/>
    <dgm:cxn modelId="{72477024-B2D5-4F1F-A6B0-000603937323}" srcId="{C48A84C6-3BD4-4F27-ABE6-F58DA9DF9B98}" destId="{205A7769-D046-4744-8769-2822B2C1943F}" srcOrd="1" destOrd="0" parTransId="{D8C7F335-7337-4A4C-86B8-68704AA536AC}" sibTransId="{47A5B231-FB29-4672-9522-235BA56E4283}"/>
    <dgm:cxn modelId="{951CE928-261F-4F77-A001-BE94B84C076E}" srcId="{C48A84C6-3BD4-4F27-ABE6-F58DA9DF9B98}" destId="{28E5B463-DE56-40B9-9887-4FD26621A356}" srcOrd="3" destOrd="0" parTransId="{D89CAF78-4910-48AD-8749-4E9EE6A10F7C}" sibTransId="{DE12D62B-E228-43C3-A8FD-BFF12FAB691C}"/>
    <dgm:cxn modelId="{0E7A7639-7A4F-4088-852F-0706C1BECE36}" type="presOf" srcId="{9F5740C5-422B-4685-9191-C11BBED7EDAD}" destId="{68CDC903-542B-46E5-B8AF-4FAD14BC82AF}" srcOrd="0" destOrd="0" presId="urn:microsoft.com/office/officeart/2005/8/layout/bProcess3"/>
    <dgm:cxn modelId="{598DD239-7F92-497E-9397-70115C51BBF0}" type="presOf" srcId="{6360EFE7-D522-414A-B14E-BA47FE444C39}" destId="{04AD2D6D-25E7-4FA8-A7E3-9982C4B9C523}" srcOrd="0" destOrd="0" presId="urn:microsoft.com/office/officeart/2005/8/layout/bProcess3"/>
    <dgm:cxn modelId="{A2BFDE8F-4442-4FD0-8578-65CE041297E9}" type="presOf" srcId="{DE12D62B-E228-43C3-A8FD-BFF12FAB691C}" destId="{02B3BFD6-E247-42C2-AACF-DE72630F027E}" srcOrd="1" destOrd="0" presId="urn:microsoft.com/office/officeart/2005/8/layout/bProcess3"/>
    <dgm:cxn modelId="{2970949F-CBD0-4FEE-BD0A-73BD1171230E}" srcId="{C48A84C6-3BD4-4F27-ABE6-F58DA9DF9B98}" destId="{BF53CD6E-4046-4F94-9BB8-172D53977CD8}" srcOrd="4" destOrd="0" parTransId="{2CB8411D-DCEB-4150-9DC4-A28C723E8ED7}" sibTransId="{42FEFF6E-2C0F-4AA4-BF32-1AFE2D22AAC8}"/>
    <dgm:cxn modelId="{CA0E3FAA-A595-4E01-A73E-DBB3A7FBD59A}" srcId="{C48A84C6-3BD4-4F27-ABE6-F58DA9DF9B98}" destId="{6360EFE7-D522-414A-B14E-BA47FE444C39}" srcOrd="0" destOrd="0" parTransId="{49543A90-03F6-4621-8332-AF64C9E84507}" sibTransId="{44734746-69A5-48F9-A7CC-B3E412FC6483}"/>
    <dgm:cxn modelId="{A33673AE-8EE7-455D-ACBA-A9EEDFB1F76D}" type="presOf" srcId="{205A7769-D046-4744-8769-2822B2C1943F}" destId="{AA069690-F281-4EF9-AAF4-940D49F89211}" srcOrd="0" destOrd="0" presId="urn:microsoft.com/office/officeart/2005/8/layout/bProcess3"/>
    <dgm:cxn modelId="{F3A426AF-210A-4FC7-B8B9-ED80B0BE531A}" srcId="{C48A84C6-3BD4-4F27-ABE6-F58DA9DF9B98}" destId="{98AEDF7A-F33E-496F-A0B1-06D73D4489BF}" srcOrd="2" destOrd="0" parTransId="{510452C8-39B2-4606-8FD8-916D8A0DCE5B}" sibTransId="{9F5740C5-422B-4685-9191-C11BBED7EDAD}"/>
    <dgm:cxn modelId="{53D64FB0-F4AC-41B6-8392-C955F777EA68}" type="presOf" srcId="{BF53CD6E-4046-4F94-9BB8-172D53977CD8}" destId="{DF0ED5FC-2433-4B53-BBA2-1E23A59ED004}" srcOrd="0" destOrd="0" presId="urn:microsoft.com/office/officeart/2005/8/layout/bProcess3"/>
    <dgm:cxn modelId="{0D7947B5-D2D1-4F49-9DA6-EF69218187B8}" type="presOf" srcId="{28E5B463-DE56-40B9-9887-4FD26621A356}" destId="{C3D46133-47AA-49D9-8864-67277CFC5E23}" srcOrd="0" destOrd="0" presId="urn:microsoft.com/office/officeart/2005/8/layout/bProcess3"/>
    <dgm:cxn modelId="{9BA124BE-F94C-4315-BC37-D414726BB512}" type="presOf" srcId="{C48A84C6-3BD4-4F27-ABE6-F58DA9DF9B98}" destId="{7D773906-D4D6-4D11-87AC-24191BDCE8B2}" srcOrd="0" destOrd="0" presId="urn:microsoft.com/office/officeart/2005/8/layout/bProcess3"/>
    <dgm:cxn modelId="{702B07C9-7A6A-46FE-BE63-E130B6C77724}" type="presOf" srcId="{DE12D62B-E228-43C3-A8FD-BFF12FAB691C}" destId="{29BF7BC7-16E2-476B-AE8C-7EE757265E29}" srcOrd="0" destOrd="0" presId="urn:microsoft.com/office/officeart/2005/8/layout/bProcess3"/>
    <dgm:cxn modelId="{89AAC2DA-7C1D-4EBD-B203-332AEF99B6F5}" type="presOf" srcId="{44734746-69A5-48F9-A7CC-B3E412FC6483}" destId="{1285829F-CBA0-47DC-ABAF-60ED1580FDF2}" srcOrd="1" destOrd="0" presId="urn:microsoft.com/office/officeart/2005/8/layout/bProcess3"/>
    <dgm:cxn modelId="{1124CCE3-0075-4115-83CA-668B10067273}" type="presOf" srcId="{98AEDF7A-F33E-496F-A0B1-06D73D4489BF}" destId="{2D717281-C06D-450E-B69D-570D454A4C95}" srcOrd="0" destOrd="0" presId="urn:microsoft.com/office/officeart/2005/8/layout/bProcess3"/>
    <dgm:cxn modelId="{5EA7C1E8-E043-4D05-868A-ED100E9D63D1}" type="presOf" srcId="{9F5740C5-422B-4685-9191-C11BBED7EDAD}" destId="{44277FA9-84FF-462B-B1AA-DA1D956564FD}" srcOrd="1" destOrd="0" presId="urn:microsoft.com/office/officeart/2005/8/layout/bProcess3"/>
    <dgm:cxn modelId="{D77E96F1-5EFE-44C6-BEC9-9C2C87A0389B}" type="presOf" srcId="{47A5B231-FB29-4672-9522-235BA56E4283}" destId="{D287548A-83B1-4C9C-92D2-069E860E509B}" srcOrd="1" destOrd="0" presId="urn:microsoft.com/office/officeart/2005/8/layout/bProcess3"/>
    <dgm:cxn modelId="{A5C4B8FA-FF00-4B8E-8A6E-86B543991128}" type="presOf" srcId="{44734746-69A5-48F9-A7CC-B3E412FC6483}" destId="{6B6486F2-A485-4A68-A533-31D1FCF12CD0}" srcOrd="0" destOrd="0" presId="urn:microsoft.com/office/officeart/2005/8/layout/bProcess3"/>
    <dgm:cxn modelId="{54B9DDDB-19B3-48F5-9733-F4525892FDB7}" type="presParOf" srcId="{7D773906-D4D6-4D11-87AC-24191BDCE8B2}" destId="{04AD2D6D-25E7-4FA8-A7E3-9982C4B9C523}" srcOrd="0" destOrd="0" presId="urn:microsoft.com/office/officeart/2005/8/layout/bProcess3"/>
    <dgm:cxn modelId="{633974C2-1956-47C0-9343-BDCAB9CF1B34}" type="presParOf" srcId="{7D773906-D4D6-4D11-87AC-24191BDCE8B2}" destId="{6B6486F2-A485-4A68-A533-31D1FCF12CD0}" srcOrd="1" destOrd="0" presId="urn:microsoft.com/office/officeart/2005/8/layout/bProcess3"/>
    <dgm:cxn modelId="{85718AA3-46E0-4BD9-8AAF-D4C69E4F4252}" type="presParOf" srcId="{6B6486F2-A485-4A68-A533-31D1FCF12CD0}" destId="{1285829F-CBA0-47DC-ABAF-60ED1580FDF2}" srcOrd="0" destOrd="0" presId="urn:microsoft.com/office/officeart/2005/8/layout/bProcess3"/>
    <dgm:cxn modelId="{EE226921-5C8F-4F93-B1EC-AE3D9E9E44FA}" type="presParOf" srcId="{7D773906-D4D6-4D11-87AC-24191BDCE8B2}" destId="{AA069690-F281-4EF9-AAF4-940D49F89211}" srcOrd="2" destOrd="0" presId="urn:microsoft.com/office/officeart/2005/8/layout/bProcess3"/>
    <dgm:cxn modelId="{07AE64A2-A2C3-4657-A256-EEC8E71985A1}" type="presParOf" srcId="{7D773906-D4D6-4D11-87AC-24191BDCE8B2}" destId="{612CEF5A-376A-4574-92D5-34E0E4AEA049}" srcOrd="3" destOrd="0" presId="urn:microsoft.com/office/officeart/2005/8/layout/bProcess3"/>
    <dgm:cxn modelId="{FDB7EF91-0C30-4C8A-838E-4E7A33EA4F46}" type="presParOf" srcId="{612CEF5A-376A-4574-92D5-34E0E4AEA049}" destId="{D287548A-83B1-4C9C-92D2-069E860E509B}" srcOrd="0" destOrd="0" presId="urn:microsoft.com/office/officeart/2005/8/layout/bProcess3"/>
    <dgm:cxn modelId="{771CC597-3A84-4EE8-AE85-6FC4BEAEE009}" type="presParOf" srcId="{7D773906-D4D6-4D11-87AC-24191BDCE8B2}" destId="{2D717281-C06D-450E-B69D-570D454A4C95}" srcOrd="4" destOrd="0" presId="urn:microsoft.com/office/officeart/2005/8/layout/bProcess3"/>
    <dgm:cxn modelId="{E0EA639F-2BF4-46DC-9DB1-6F91DFBBC0E7}" type="presParOf" srcId="{7D773906-D4D6-4D11-87AC-24191BDCE8B2}" destId="{68CDC903-542B-46E5-B8AF-4FAD14BC82AF}" srcOrd="5" destOrd="0" presId="urn:microsoft.com/office/officeart/2005/8/layout/bProcess3"/>
    <dgm:cxn modelId="{DEEFE502-56C1-45C8-883F-DD8C042781B6}" type="presParOf" srcId="{68CDC903-542B-46E5-B8AF-4FAD14BC82AF}" destId="{44277FA9-84FF-462B-B1AA-DA1D956564FD}" srcOrd="0" destOrd="0" presId="urn:microsoft.com/office/officeart/2005/8/layout/bProcess3"/>
    <dgm:cxn modelId="{7B419BB8-6BE5-4AE4-B08D-73253371B725}" type="presParOf" srcId="{7D773906-D4D6-4D11-87AC-24191BDCE8B2}" destId="{C3D46133-47AA-49D9-8864-67277CFC5E23}" srcOrd="6" destOrd="0" presId="urn:microsoft.com/office/officeart/2005/8/layout/bProcess3"/>
    <dgm:cxn modelId="{040AF626-2F1E-4AFA-9662-E3EFEEFF71BB}" type="presParOf" srcId="{7D773906-D4D6-4D11-87AC-24191BDCE8B2}" destId="{29BF7BC7-16E2-476B-AE8C-7EE757265E29}" srcOrd="7" destOrd="0" presId="urn:microsoft.com/office/officeart/2005/8/layout/bProcess3"/>
    <dgm:cxn modelId="{2BD17990-D772-47A4-9431-F1E49E24B4B2}" type="presParOf" srcId="{29BF7BC7-16E2-476B-AE8C-7EE757265E29}" destId="{02B3BFD6-E247-42C2-AACF-DE72630F027E}" srcOrd="0" destOrd="0" presId="urn:microsoft.com/office/officeart/2005/8/layout/bProcess3"/>
    <dgm:cxn modelId="{8300658F-88AE-4757-8C63-4C87D94CB104}" type="presParOf" srcId="{7D773906-D4D6-4D11-87AC-24191BDCE8B2}" destId="{DF0ED5FC-2433-4B53-BBA2-1E23A59ED004}" srcOrd="8"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6486F2-A485-4A68-A533-31D1FCF12CD0}">
      <dsp:nvSpPr>
        <dsp:cNvPr id="0" name=""/>
        <dsp:cNvSpPr/>
      </dsp:nvSpPr>
      <dsp:spPr>
        <a:xfrm>
          <a:off x="3729851" y="672715"/>
          <a:ext cx="577148" cy="91440"/>
        </a:xfrm>
        <a:custGeom>
          <a:avLst/>
          <a:gdLst/>
          <a:ahLst/>
          <a:cxnLst/>
          <a:rect l="0" t="0" r="0" b="0"/>
          <a:pathLst>
            <a:path>
              <a:moveTo>
                <a:pt x="0" y="45720"/>
              </a:moveTo>
              <a:lnTo>
                <a:pt x="305674" y="45720"/>
              </a:lnTo>
              <a:lnTo>
                <a:pt x="305674" y="48947"/>
              </a:lnTo>
              <a:lnTo>
                <a:pt x="577148" y="48947"/>
              </a:lnTo>
            </a:path>
          </a:pathLst>
        </a:custGeom>
        <a:noFill/>
        <a:ln w="635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4003232" y="715678"/>
        <a:ext cx="30387" cy="5513"/>
      </dsp:txXfrm>
    </dsp:sp>
    <dsp:sp modelId="{04AD2D6D-25E7-4FA8-A7E3-9982C4B9C523}">
      <dsp:nvSpPr>
        <dsp:cNvPr id="0" name=""/>
        <dsp:cNvSpPr/>
      </dsp:nvSpPr>
      <dsp:spPr>
        <a:xfrm>
          <a:off x="1336867" y="0"/>
          <a:ext cx="2394784" cy="1436870"/>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Calibri" panose="020F0502020204030204" pitchFamily="34" charset="0"/>
              <a:ea typeface="Calibri" panose="020F0502020204030204" pitchFamily="34" charset="0"/>
              <a:cs typeface="Calibri" panose="020F0502020204030204" pitchFamily="34" charset="0"/>
            </a:rPr>
            <a:t>Defining Requirements</a:t>
          </a:r>
          <a:endParaRPr lang="en-IN" sz="2400" kern="1200" dirty="0">
            <a:latin typeface="Calibri" panose="020F0502020204030204" pitchFamily="34" charset="0"/>
            <a:ea typeface="Calibri" panose="020F0502020204030204" pitchFamily="34" charset="0"/>
            <a:cs typeface="Calibri" panose="020F0502020204030204" pitchFamily="34" charset="0"/>
          </a:endParaRPr>
        </a:p>
      </dsp:txBody>
      <dsp:txXfrm>
        <a:off x="1336867" y="0"/>
        <a:ext cx="2394784" cy="1436870"/>
      </dsp:txXfrm>
    </dsp:sp>
    <dsp:sp modelId="{612CEF5A-376A-4574-92D5-34E0E4AEA049}">
      <dsp:nvSpPr>
        <dsp:cNvPr id="0" name=""/>
        <dsp:cNvSpPr/>
      </dsp:nvSpPr>
      <dsp:spPr>
        <a:xfrm>
          <a:off x="2591207" y="1438297"/>
          <a:ext cx="2945584" cy="520200"/>
        </a:xfrm>
        <a:custGeom>
          <a:avLst/>
          <a:gdLst/>
          <a:ahLst/>
          <a:cxnLst/>
          <a:rect l="0" t="0" r="0" b="0"/>
          <a:pathLst>
            <a:path>
              <a:moveTo>
                <a:pt x="2945584" y="0"/>
              </a:moveTo>
              <a:lnTo>
                <a:pt x="2945584" y="277200"/>
              </a:lnTo>
              <a:lnTo>
                <a:pt x="0" y="277200"/>
              </a:lnTo>
              <a:lnTo>
                <a:pt x="0" y="520200"/>
              </a:lnTo>
            </a:path>
          </a:pathLst>
        </a:custGeom>
        <a:noFill/>
        <a:ln w="6350" cap="flat" cmpd="sng" algn="ctr">
          <a:solidFill>
            <a:schemeClr val="accent4">
              <a:hueOff val="692173"/>
              <a:satOff val="-1830"/>
              <a:lumOff val="-817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989084" y="1695641"/>
        <a:ext cx="149831" cy="5513"/>
      </dsp:txXfrm>
    </dsp:sp>
    <dsp:sp modelId="{AA069690-F281-4EF9-AAF4-940D49F89211}">
      <dsp:nvSpPr>
        <dsp:cNvPr id="0" name=""/>
        <dsp:cNvSpPr/>
      </dsp:nvSpPr>
      <dsp:spPr>
        <a:xfrm>
          <a:off x="4339400" y="3227"/>
          <a:ext cx="2394784" cy="1436870"/>
        </a:xfrm>
        <a:prstGeom prst="rect">
          <a:avLst/>
        </a:prstGeom>
        <a:gradFill rotWithShape="0">
          <a:gsLst>
            <a:gs pos="0">
              <a:schemeClr val="accent4">
                <a:hueOff val="519130"/>
                <a:satOff val="-1373"/>
                <a:lumOff val="-6127"/>
                <a:alphaOff val="0"/>
                <a:satMod val="103000"/>
                <a:lumMod val="102000"/>
                <a:tint val="94000"/>
              </a:schemeClr>
            </a:gs>
            <a:gs pos="50000">
              <a:schemeClr val="accent4">
                <a:hueOff val="519130"/>
                <a:satOff val="-1373"/>
                <a:lumOff val="-6127"/>
                <a:alphaOff val="0"/>
                <a:satMod val="110000"/>
                <a:lumMod val="100000"/>
                <a:shade val="100000"/>
              </a:schemeClr>
            </a:gs>
            <a:gs pos="100000">
              <a:schemeClr val="accent4">
                <a:hueOff val="519130"/>
                <a:satOff val="-1373"/>
                <a:lumOff val="-612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Calibri" panose="020F0502020204030204" pitchFamily="34" charset="0"/>
              <a:ea typeface="Calibri" panose="020F0502020204030204" pitchFamily="34" charset="0"/>
              <a:cs typeface="Calibri" panose="020F0502020204030204" pitchFamily="34" charset="0"/>
            </a:rPr>
            <a:t>Selection of sensors, actuators, microcontroller</a:t>
          </a:r>
          <a:endParaRPr lang="en-IN" sz="2400" kern="1200" dirty="0">
            <a:latin typeface="Calibri" panose="020F0502020204030204" pitchFamily="34" charset="0"/>
            <a:ea typeface="Calibri" panose="020F0502020204030204" pitchFamily="34" charset="0"/>
            <a:cs typeface="Calibri" panose="020F0502020204030204" pitchFamily="34" charset="0"/>
          </a:endParaRPr>
        </a:p>
      </dsp:txBody>
      <dsp:txXfrm>
        <a:off x="4339400" y="3227"/>
        <a:ext cx="2394784" cy="1436870"/>
      </dsp:txXfrm>
    </dsp:sp>
    <dsp:sp modelId="{68CDC903-542B-46E5-B8AF-4FAD14BC82AF}">
      <dsp:nvSpPr>
        <dsp:cNvPr id="0" name=""/>
        <dsp:cNvSpPr/>
      </dsp:nvSpPr>
      <dsp:spPr>
        <a:xfrm>
          <a:off x="3786799" y="2663613"/>
          <a:ext cx="520200" cy="91440"/>
        </a:xfrm>
        <a:custGeom>
          <a:avLst/>
          <a:gdLst/>
          <a:ahLst/>
          <a:cxnLst/>
          <a:rect l="0" t="0" r="0" b="0"/>
          <a:pathLst>
            <a:path>
              <a:moveTo>
                <a:pt x="0" y="45720"/>
              </a:moveTo>
              <a:lnTo>
                <a:pt x="520200" y="45720"/>
              </a:lnTo>
            </a:path>
          </a:pathLst>
        </a:custGeom>
        <a:noFill/>
        <a:ln w="6350" cap="flat" cmpd="sng" algn="ctr">
          <a:solidFill>
            <a:schemeClr val="accent4">
              <a:hueOff val="1384347"/>
              <a:satOff val="-3660"/>
              <a:lumOff val="-1634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4033129" y="2706576"/>
        <a:ext cx="27540" cy="5513"/>
      </dsp:txXfrm>
    </dsp:sp>
    <dsp:sp modelId="{2D717281-C06D-450E-B69D-570D454A4C95}">
      <dsp:nvSpPr>
        <dsp:cNvPr id="0" name=""/>
        <dsp:cNvSpPr/>
      </dsp:nvSpPr>
      <dsp:spPr>
        <a:xfrm>
          <a:off x="1393815" y="1990898"/>
          <a:ext cx="2394784" cy="1436870"/>
        </a:xfrm>
        <a:prstGeom prst="rect">
          <a:avLst/>
        </a:prstGeom>
        <a:gradFill rotWithShape="0">
          <a:gsLst>
            <a:gs pos="0">
              <a:schemeClr val="accent4">
                <a:hueOff val="1038260"/>
                <a:satOff val="-2745"/>
                <a:lumOff val="-12255"/>
                <a:alphaOff val="0"/>
                <a:satMod val="103000"/>
                <a:lumMod val="102000"/>
                <a:tint val="94000"/>
              </a:schemeClr>
            </a:gs>
            <a:gs pos="50000">
              <a:schemeClr val="accent4">
                <a:hueOff val="1038260"/>
                <a:satOff val="-2745"/>
                <a:lumOff val="-12255"/>
                <a:alphaOff val="0"/>
                <a:satMod val="110000"/>
                <a:lumMod val="100000"/>
                <a:shade val="100000"/>
              </a:schemeClr>
            </a:gs>
            <a:gs pos="100000">
              <a:schemeClr val="accent4">
                <a:hueOff val="1038260"/>
                <a:satOff val="-2745"/>
                <a:lumOff val="-1225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Calibri" panose="020F0502020204030204" pitchFamily="34" charset="0"/>
              <a:ea typeface="Calibri" panose="020F0502020204030204" pitchFamily="34" charset="0"/>
              <a:cs typeface="Calibri" panose="020F0502020204030204" pitchFamily="34" charset="0"/>
            </a:rPr>
            <a:t>Sensors Calibration</a:t>
          </a:r>
          <a:endParaRPr lang="en-IN" sz="2400" kern="1200" dirty="0">
            <a:latin typeface="Calibri" panose="020F0502020204030204" pitchFamily="34" charset="0"/>
            <a:ea typeface="Calibri" panose="020F0502020204030204" pitchFamily="34" charset="0"/>
            <a:cs typeface="Calibri" panose="020F0502020204030204" pitchFamily="34" charset="0"/>
          </a:endParaRPr>
        </a:p>
      </dsp:txBody>
      <dsp:txXfrm>
        <a:off x="1393815" y="1990898"/>
        <a:ext cx="2394784" cy="1436870"/>
      </dsp:txXfrm>
    </dsp:sp>
    <dsp:sp modelId="{29BF7BC7-16E2-476B-AE8C-7EE757265E29}">
      <dsp:nvSpPr>
        <dsp:cNvPr id="0" name=""/>
        <dsp:cNvSpPr/>
      </dsp:nvSpPr>
      <dsp:spPr>
        <a:xfrm>
          <a:off x="2591207" y="3425968"/>
          <a:ext cx="2945584" cy="520200"/>
        </a:xfrm>
        <a:custGeom>
          <a:avLst/>
          <a:gdLst/>
          <a:ahLst/>
          <a:cxnLst/>
          <a:rect l="0" t="0" r="0" b="0"/>
          <a:pathLst>
            <a:path>
              <a:moveTo>
                <a:pt x="2945584" y="0"/>
              </a:moveTo>
              <a:lnTo>
                <a:pt x="2945584" y="277200"/>
              </a:lnTo>
              <a:lnTo>
                <a:pt x="0" y="277200"/>
              </a:lnTo>
              <a:lnTo>
                <a:pt x="0" y="520200"/>
              </a:lnTo>
            </a:path>
          </a:pathLst>
        </a:custGeom>
        <a:noFill/>
        <a:ln w="6350" cap="flat" cmpd="sng" algn="ctr">
          <a:solidFill>
            <a:schemeClr val="accent4">
              <a:hueOff val="2076520"/>
              <a:satOff val="-5490"/>
              <a:lumOff val="-2451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989084" y="3683312"/>
        <a:ext cx="149831" cy="5513"/>
      </dsp:txXfrm>
    </dsp:sp>
    <dsp:sp modelId="{C3D46133-47AA-49D9-8864-67277CFC5E23}">
      <dsp:nvSpPr>
        <dsp:cNvPr id="0" name=""/>
        <dsp:cNvSpPr/>
      </dsp:nvSpPr>
      <dsp:spPr>
        <a:xfrm>
          <a:off x="4339400" y="1990898"/>
          <a:ext cx="2394784" cy="1436870"/>
        </a:xfrm>
        <a:prstGeom prst="rect">
          <a:avLst/>
        </a:prstGeom>
        <a:gradFill rotWithShape="0">
          <a:gsLst>
            <a:gs pos="0">
              <a:schemeClr val="accent4">
                <a:hueOff val="1557390"/>
                <a:satOff val="-4118"/>
                <a:lumOff val="-18382"/>
                <a:alphaOff val="0"/>
                <a:satMod val="103000"/>
                <a:lumMod val="102000"/>
                <a:tint val="94000"/>
              </a:schemeClr>
            </a:gs>
            <a:gs pos="50000">
              <a:schemeClr val="accent4">
                <a:hueOff val="1557390"/>
                <a:satOff val="-4118"/>
                <a:lumOff val="-18382"/>
                <a:alphaOff val="0"/>
                <a:satMod val="110000"/>
                <a:lumMod val="100000"/>
                <a:shade val="100000"/>
              </a:schemeClr>
            </a:gs>
            <a:gs pos="100000">
              <a:schemeClr val="accent4">
                <a:hueOff val="1557390"/>
                <a:satOff val="-4118"/>
                <a:lumOff val="-1838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Calibri" panose="020F0502020204030204" pitchFamily="34" charset="0"/>
              <a:ea typeface="Calibri" panose="020F0502020204030204" pitchFamily="34" charset="0"/>
              <a:cs typeface="Calibri" panose="020F0502020204030204" pitchFamily="34" charset="0"/>
            </a:rPr>
            <a:t>Data Processing</a:t>
          </a:r>
        </a:p>
        <a:p>
          <a:pPr marL="0" lvl="0" indent="0" algn="ctr" defTabSz="1066800">
            <a:lnSpc>
              <a:spcPct val="90000"/>
            </a:lnSpc>
            <a:spcBef>
              <a:spcPct val="0"/>
            </a:spcBef>
            <a:spcAft>
              <a:spcPct val="35000"/>
            </a:spcAft>
            <a:buNone/>
          </a:pPr>
          <a:r>
            <a:rPr lang="en-US" sz="2400" kern="1200" dirty="0">
              <a:latin typeface="Calibri" panose="020F0502020204030204" pitchFamily="34" charset="0"/>
              <a:ea typeface="Calibri" panose="020F0502020204030204" pitchFamily="34" charset="0"/>
              <a:cs typeface="Calibri" panose="020F0502020204030204" pitchFamily="34" charset="0"/>
            </a:rPr>
            <a:t>And Testing</a:t>
          </a:r>
          <a:endParaRPr lang="en-IN" sz="2400" kern="1200" dirty="0">
            <a:latin typeface="Calibri" panose="020F0502020204030204" pitchFamily="34" charset="0"/>
            <a:ea typeface="Calibri" panose="020F0502020204030204" pitchFamily="34" charset="0"/>
            <a:cs typeface="Calibri" panose="020F0502020204030204" pitchFamily="34" charset="0"/>
          </a:endParaRPr>
        </a:p>
      </dsp:txBody>
      <dsp:txXfrm>
        <a:off x="4339400" y="1990898"/>
        <a:ext cx="2394784" cy="1436870"/>
      </dsp:txXfrm>
    </dsp:sp>
    <dsp:sp modelId="{DF0ED5FC-2433-4B53-BBA2-1E23A59ED004}">
      <dsp:nvSpPr>
        <dsp:cNvPr id="0" name=""/>
        <dsp:cNvSpPr/>
      </dsp:nvSpPr>
      <dsp:spPr>
        <a:xfrm>
          <a:off x="1393815" y="3978569"/>
          <a:ext cx="2394784" cy="1436870"/>
        </a:xfrm>
        <a:prstGeom prst="rect">
          <a:avLst/>
        </a:prstGeom>
        <a:gradFill rotWithShape="0">
          <a:gsLst>
            <a:gs pos="0">
              <a:schemeClr val="accent4">
                <a:hueOff val="2076520"/>
                <a:satOff val="-5490"/>
                <a:lumOff val="-24510"/>
                <a:alphaOff val="0"/>
                <a:satMod val="103000"/>
                <a:lumMod val="102000"/>
                <a:tint val="94000"/>
              </a:schemeClr>
            </a:gs>
            <a:gs pos="50000">
              <a:schemeClr val="accent4">
                <a:hueOff val="2076520"/>
                <a:satOff val="-5490"/>
                <a:lumOff val="-24510"/>
                <a:alphaOff val="0"/>
                <a:satMod val="110000"/>
                <a:lumMod val="100000"/>
                <a:shade val="100000"/>
              </a:schemeClr>
            </a:gs>
            <a:gs pos="100000">
              <a:schemeClr val="accent4">
                <a:hueOff val="2076520"/>
                <a:satOff val="-5490"/>
                <a:lumOff val="-2451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Calibri" panose="020F0502020204030204" pitchFamily="34" charset="0"/>
              <a:ea typeface="Calibri" panose="020F0502020204030204" pitchFamily="34" charset="0"/>
              <a:cs typeface="Calibri" panose="020F0502020204030204" pitchFamily="34" charset="0"/>
            </a:rPr>
            <a:t>Deployment and maintenance</a:t>
          </a:r>
          <a:endParaRPr lang="en-IN" sz="2400" kern="1200" dirty="0">
            <a:latin typeface="Calibri" panose="020F0502020204030204" pitchFamily="34" charset="0"/>
            <a:ea typeface="Calibri" panose="020F0502020204030204" pitchFamily="34" charset="0"/>
            <a:cs typeface="Calibri" panose="020F0502020204030204" pitchFamily="34" charset="0"/>
          </a:endParaRPr>
        </a:p>
      </dsp:txBody>
      <dsp:txXfrm>
        <a:off x="1393815" y="3978569"/>
        <a:ext cx="2394784" cy="1436870"/>
      </dsp:txXfrm>
    </dsp:sp>
  </dsp:spTree>
</dsp:drawing>
</file>

<file path=ppt/diagrams/layout1.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5/7/2024</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5/7/2024</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33195654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2971876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40165525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19774680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35541964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41268055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7918729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9</a:t>
            </a:fld>
            <a:endParaRPr lang="en-US" noProof="0" dirty="0"/>
          </a:p>
        </p:txBody>
      </p:sp>
    </p:spTree>
    <p:extLst>
      <p:ext uri="{BB962C8B-B14F-4D97-AF65-F5344CB8AC3E}">
        <p14:creationId xmlns:p14="http://schemas.microsoft.com/office/powerpoint/2010/main" val="17487668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10</a:t>
            </a:fld>
            <a:endParaRPr lang="en-US" noProof="0" dirty="0"/>
          </a:p>
        </p:txBody>
      </p:sp>
    </p:spTree>
    <p:extLst>
      <p:ext uri="{BB962C8B-B14F-4D97-AF65-F5344CB8AC3E}">
        <p14:creationId xmlns:p14="http://schemas.microsoft.com/office/powerpoint/2010/main" val="11723691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12</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13</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icture with Caption 2">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1">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92D050">
            <a:alpha val="48000"/>
          </a:srgb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49417-0840-CB42-5F69-6D47069361A5}"/>
              </a:ext>
            </a:extLst>
          </p:cNvPr>
          <p:cNvSpPr>
            <a:spLocks noGrp="1"/>
          </p:cNvSpPr>
          <p:nvPr>
            <p:ph type="ctrTitle"/>
          </p:nvPr>
        </p:nvSpPr>
        <p:spPr>
          <a:xfrm>
            <a:off x="2161794" y="1771650"/>
            <a:ext cx="8273796" cy="1485900"/>
          </a:xfrm>
        </p:spPr>
        <p:txBody>
          <a:bodyPr/>
          <a:lstStyle/>
          <a:p>
            <a:r>
              <a:rPr lang="en-US" dirty="0">
                <a:solidFill>
                  <a:schemeClr val="accent6">
                    <a:lumMod val="10000"/>
                  </a:schemeClr>
                </a:solidFill>
                <a:latin typeface="Cambria Math" panose="02040503050406030204" pitchFamily="18" charset="0"/>
                <a:ea typeface="Cambria Math" panose="02040503050406030204" pitchFamily="18" charset="0"/>
              </a:rPr>
              <a:t>SMART FARMING</a:t>
            </a:r>
            <a:endParaRPr lang="en-IN" dirty="0">
              <a:solidFill>
                <a:schemeClr val="accent6">
                  <a:lumMod val="10000"/>
                </a:schemeClr>
              </a:solidFill>
              <a:latin typeface="Cambria Math" panose="02040503050406030204" pitchFamily="18" charset="0"/>
              <a:ea typeface="Cambria Math" panose="02040503050406030204" pitchFamily="18" charset="0"/>
            </a:endParaRPr>
          </a:p>
        </p:txBody>
      </p:sp>
      <p:sp>
        <p:nvSpPr>
          <p:cNvPr id="3" name="Rectangle 2">
            <a:extLst>
              <a:ext uri="{FF2B5EF4-FFF2-40B4-BE49-F238E27FC236}">
                <a16:creationId xmlns:a16="http://schemas.microsoft.com/office/drawing/2014/main" id="{90D3F0C4-D7A7-6D4B-97FB-7426589941AB}"/>
              </a:ext>
            </a:extLst>
          </p:cNvPr>
          <p:cNvSpPr/>
          <p:nvPr/>
        </p:nvSpPr>
        <p:spPr>
          <a:xfrm>
            <a:off x="3532914" y="2968132"/>
            <a:ext cx="5531556" cy="45719"/>
          </a:xfrm>
          <a:prstGeom prst="rect">
            <a:avLst/>
          </a:prstGeom>
          <a:solidFill>
            <a:schemeClr val="accent4">
              <a:lumMod val="50000"/>
            </a:schemeClr>
          </a:solidFill>
          <a:ln>
            <a:solidFill>
              <a:schemeClr val="accent4">
                <a:lumMod val="50000"/>
              </a:schemeClr>
            </a:solidFill>
          </a:ln>
          <a:effectLst>
            <a:outerShdw blurRad="50800" dist="38100" dir="13500000" algn="br" rotWithShape="0">
              <a:prstClr val="black">
                <a:alpha val="40000"/>
              </a:prstClr>
            </a:outerShdw>
          </a:effectLst>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90D06F3E-EE24-B157-99DE-E6EC2E9E5C0F}"/>
              </a:ext>
            </a:extLst>
          </p:cNvPr>
          <p:cNvSpPr/>
          <p:nvPr/>
        </p:nvSpPr>
        <p:spPr>
          <a:xfrm>
            <a:off x="3532914" y="1977532"/>
            <a:ext cx="5531556" cy="45719"/>
          </a:xfrm>
          <a:prstGeom prst="rect">
            <a:avLst/>
          </a:prstGeom>
          <a:solidFill>
            <a:schemeClr val="accent4">
              <a:lumMod val="50000"/>
            </a:schemeClr>
          </a:solidFill>
          <a:ln>
            <a:solidFill>
              <a:schemeClr val="accent4">
                <a:lumMod val="50000"/>
              </a:schemeClr>
            </a:solidFill>
          </a:ln>
          <a:effectLst>
            <a:outerShdw blurRad="50800" dist="38100" dir="8100000" algn="tr" rotWithShape="0">
              <a:prstClr val="black">
                <a:alpha val="40000"/>
              </a:prstClr>
            </a:outerShdw>
          </a:effectLst>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FFF8C07-7587-00A6-EEBB-246067F228CD}"/>
              </a:ext>
            </a:extLst>
          </p:cNvPr>
          <p:cNvSpPr txBox="1"/>
          <p:nvPr/>
        </p:nvSpPr>
        <p:spPr>
          <a:xfrm>
            <a:off x="5074384" y="3171044"/>
            <a:ext cx="4955822" cy="584775"/>
          </a:xfrm>
          <a:prstGeom prst="rect">
            <a:avLst/>
          </a:prstGeom>
          <a:noFill/>
        </p:spPr>
        <p:txBody>
          <a:bodyPr wrap="square" rtlCol="0">
            <a:spAutoFit/>
          </a:bodyPr>
          <a:lstStyle/>
          <a:p>
            <a:r>
              <a:rPr lang="en-US" sz="3200" dirty="0">
                <a:solidFill>
                  <a:schemeClr val="accent6">
                    <a:lumMod val="10000"/>
                  </a:schemeClr>
                </a:solidFill>
                <a:latin typeface="Cambria Math" panose="02040503050406030204" pitchFamily="18" charset="0"/>
                <a:ea typeface="Cambria Math" panose="02040503050406030204" pitchFamily="18" charset="0"/>
              </a:rPr>
              <a:t>2023 - 2024</a:t>
            </a:r>
            <a:endParaRPr lang="en-IN" sz="3200" dirty="0">
              <a:solidFill>
                <a:schemeClr val="accent6">
                  <a:lumMod val="10000"/>
                </a:schemeClr>
              </a:solidFill>
              <a:latin typeface="Cambria Math" panose="02040503050406030204" pitchFamily="18" charset="0"/>
              <a:ea typeface="Cambria Math" panose="02040503050406030204" pitchFamily="18" charset="0"/>
            </a:endParaRPr>
          </a:p>
        </p:txBody>
      </p:sp>
      <p:sp>
        <p:nvSpPr>
          <p:cNvPr id="6" name="TextBox 5">
            <a:extLst>
              <a:ext uri="{FF2B5EF4-FFF2-40B4-BE49-F238E27FC236}">
                <a16:creationId xmlns:a16="http://schemas.microsoft.com/office/drawing/2014/main" id="{53EB023F-D4F9-53EC-2141-3FAD750F21BA}"/>
              </a:ext>
            </a:extLst>
          </p:cNvPr>
          <p:cNvSpPr txBox="1"/>
          <p:nvPr/>
        </p:nvSpPr>
        <p:spPr>
          <a:xfrm>
            <a:off x="98213" y="5726149"/>
            <a:ext cx="3212677" cy="1015663"/>
          </a:xfrm>
          <a:prstGeom prst="rect">
            <a:avLst/>
          </a:prstGeom>
          <a:noFill/>
        </p:spPr>
        <p:txBody>
          <a:bodyPr wrap="square" rtlCol="0">
            <a:spAutoFit/>
          </a:bodyPr>
          <a:lstStyle/>
          <a:p>
            <a:r>
              <a:rPr lang="en-US" sz="2000" u="sng" dirty="0">
                <a:solidFill>
                  <a:schemeClr val="accent6">
                    <a:lumMod val="10000"/>
                  </a:schemeClr>
                </a:solidFill>
                <a:latin typeface="Cambria Math" panose="02040503050406030204" pitchFamily="18" charset="0"/>
                <a:ea typeface="Cambria Math" panose="02040503050406030204" pitchFamily="18" charset="0"/>
              </a:rPr>
              <a:t>Guided by:</a:t>
            </a:r>
          </a:p>
          <a:p>
            <a:r>
              <a:rPr lang="en-US" sz="2000" dirty="0">
                <a:solidFill>
                  <a:schemeClr val="accent6">
                    <a:lumMod val="10000"/>
                  </a:schemeClr>
                </a:solidFill>
                <a:latin typeface="Cambria Math" panose="02040503050406030204" pitchFamily="18" charset="0"/>
                <a:ea typeface="Cambria Math" panose="02040503050406030204" pitchFamily="18" charset="0"/>
              </a:rPr>
              <a:t>Prof. S. W. Shende</a:t>
            </a:r>
          </a:p>
          <a:p>
            <a:r>
              <a:rPr lang="en-US" sz="2000" dirty="0">
                <a:solidFill>
                  <a:schemeClr val="accent6">
                    <a:lumMod val="10000"/>
                  </a:schemeClr>
                </a:solidFill>
                <a:latin typeface="Cambria Math" panose="02040503050406030204" pitchFamily="18" charset="0"/>
                <a:ea typeface="Cambria Math" panose="02040503050406030204" pitchFamily="18" charset="0"/>
              </a:rPr>
              <a:t>Prof. C. U. Chauhan</a:t>
            </a:r>
            <a:endParaRPr lang="en-IN" sz="2000" dirty="0">
              <a:solidFill>
                <a:schemeClr val="accent6">
                  <a:lumMod val="10000"/>
                </a:schemeClr>
              </a:solidFill>
              <a:latin typeface="Cambria Math" panose="02040503050406030204" pitchFamily="18" charset="0"/>
              <a:ea typeface="Cambria Math" panose="02040503050406030204" pitchFamily="18" charset="0"/>
            </a:endParaRPr>
          </a:p>
        </p:txBody>
      </p:sp>
      <p:sp>
        <p:nvSpPr>
          <p:cNvPr id="7" name="TextBox 6">
            <a:extLst>
              <a:ext uri="{FF2B5EF4-FFF2-40B4-BE49-F238E27FC236}">
                <a16:creationId xmlns:a16="http://schemas.microsoft.com/office/drawing/2014/main" id="{094D9D97-DB47-4EE5-866D-927E7813BB5E}"/>
              </a:ext>
            </a:extLst>
          </p:cNvPr>
          <p:cNvSpPr txBox="1"/>
          <p:nvPr/>
        </p:nvSpPr>
        <p:spPr>
          <a:xfrm>
            <a:off x="4526139" y="3882123"/>
            <a:ext cx="3939822" cy="523220"/>
          </a:xfrm>
          <a:prstGeom prst="rect">
            <a:avLst/>
          </a:prstGeom>
          <a:noFill/>
        </p:spPr>
        <p:txBody>
          <a:bodyPr wrap="square" rtlCol="0">
            <a:spAutoFit/>
          </a:bodyPr>
          <a:lstStyle/>
          <a:p>
            <a:r>
              <a:rPr lang="en-US" sz="2800" u="sng" dirty="0">
                <a:solidFill>
                  <a:schemeClr val="accent6">
                    <a:lumMod val="10000"/>
                  </a:schemeClr>
                </a:solidFill>
                <a:latin typeface="Cambria Math" panose="02040503050406030204" pitchFamily="18" charset="0"/>
                <a:ea typeface="Cambria Math" panose="02040503050406030204" pitchFamily="18" charset="0"/>
              </a:rPr>
              <a:t>TEAM : CREEDORIANS</a:t>
            </a:r>
            <a:endParaRPr lang="en-IN" sz="2800" u="sng" dirty="0">
              <a:solidFill>
                <a:schemeClr val="accent6">
                  <a:lumMod val="10000"/>
                </a:schemeClr>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94273443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ABFB758-29D4-84C2-ECFA-009F061D0900}"/>
              </a:ext>
            </a:extLst>
          </p:cNvPr>
          <p:cNvSpPr/>
          <p:nvPr/>
        </p:nvSpPr>
        <p:spPr>
          <a:xfrm>
            <a:off x="0" y="0"/>
            <a:ext cx="3470787"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E4783137-9D77-2294-BCD7-48D77709E6E9}"/>
              </a:ext>
            </a:extLst>
          </p:cNvPr>
          <p:cNvSpPr txBox="1"/>
          <p:nvPr/>
        </p:nvSpPr>
        <p:spPr>
          <a:xfrm>
            <a:off x="7692390" y="474245"/>
            <a:ext cx="2539436" cy="984885"/>
          </a:xfrm>
          <a:prstGeom prst="rect">
            <a:avLst/>
          </a:prstGeom>
          <a:noFill/>
        </p:spPr>
        <p:txBody>
          <a:bodyPr wrap="square" rtlCol="0">
            <a:spAutoFit/>
          </a:bodyPr>
          <a:lstStyle/>
          <a:p>
            <a:r>
              <a:rPr lang="en-US" sz="4000" dirty="0">
                <a:solidFill>
                  <a:schemeClr val="accent6">
                    <a:lumMod val="10000"/>
                  </a:schemeClr>
                </a:solidFill>
                <a:latin typeface="Cambria Math" panose="02040503050406030204" pitchFamily="18" charset="0"/>
                <a:ea typeface="Cambria Math" panose="02040503050406030204" pitchFamily="18" charset="0"/>
              </a:rPr>
              <a:t>AGENDA</a:t>
            </a:r>
          </a:p>
          <a:p>
            <a:endParaRPr lang="en-IN" dirty="0"/>
          </a:p>
        </p:txBody>
      </p:sp>
      <p:sp>
        <p:nvSpPr>
          <p:cNvPr id="6" name="TextBox 5">
            <a:extLst>
              <a:ext uri="{FF2B5EF4-FFF2-40B4-BE49-F238E27FC236}">
                <a16:creationId xmlns:a16="http://schemas.microsoft.com/office/drawing/2014/main" id="{4B4915E0-8556-6578-8475-0F962B4B0572}"/>
              </a:ext>
            </a:extLst>
          </p:cNvPr>
          <p:cNvSpPr txBox="1"/>
          <p:nvPr/>
        </p:nvSpPr>
        <p:spPr>
          <a:xfrm>
            <a:off x="6447283" y="1576010"/>
            <a:ext cx="5237225" cy="3416320"/>
          </a:xfrm>
          <a:prstGeom prst="rect">
            <a:avLst/>
          </a:prstGeom>
          <a:noFill/>
        </p:spPr>
        <p:txBody>
          <a:bodyPr wrap="square" rtlCol="0">
            <a:spAutoFit/>
          </a:bodyPr>
          <a:lstStyle/>
          <a:p>
            <a:pPr marL="457200" indent="-457200">
              <a:buFont typeface="Wingdings" panose="05000000000000000000" pitchFamily="2" charset="2"/>
              <a:buChar char="ü"/>
            </a:pPr>
            <a:r>
              <a:rPr lang="en-US" sz="2400" dirty="0">
                <a:solidFill>
                  <a:schemeClr val="accent6">
                    <a:lumMod val="10000"/>
                  </a:schemeClr>
                </a:solidFill>
                <a:latin typeface="Cambria Math" panose="02040503050406030204" pitchFamily="18" charset="0"/>
                <a:ea typeface="Cambria Math" panose="02040503050406030204" pitchFamily="18" charset="0"/>
              </a:rPr>
              <a:t>Problem Statement</a:t>
            </a:r>
          </a:p>
          <a:p>
            <a:pPr marL="457200" indent="-457200">
              <a:buFont typeface="Wingdings" panose="05000000000000000000" pitchFamily="2" charset="2"/>
              <a:buChar char="ü"/>
            </a:pPr>
            <a:r>
              <a:rPr lang="en-US" sz="2400" dirty="0">
                <a:solidFill>
                  <a:schemeClr val="accent6">
                    <a:lumMod val="10000"/>
                  </a:schemeClr>
                </a:solidFill>
                <a:latin typeface="Cambria Math" panose="02040503050406030204" pitchFamily="18" charset="0"/>
                <a:ea typeface="Cambria Math" panose="02040503050406030204" pitchFamily="18" charset="0"/>
              </a:rPr>
              <a:t>Abstract</a:t>
            </a:r>
          </a:p>
          <a:p>
            <a:pPr marL="457200" indent="-457200">
              <a:buFont typeface="Wingdings" panose="05000000000000000000" pitchFamily="2" charset="2"/>
              <a:buChar char="ü"/>
            </a:pPr>
            <a:r>
              <a:rPr lang="en-US" sz="2400" dirty="0">
                <a:solidFill>
                  <a:schemeClr val="accent6">
                    <a:lumMod val="10000"/>
                  </a:schemeClr>
                </a:solidFill>
                <a:latin typeface="Cambria Math" panose="02040503050406030204" pitchFamily="18" charset="0"/>
                <a:ea typeface="Cambria Math" panose="02040503050406030204" pitchFamily="18" charset="0"/>
              </a:rPr>
              <a:t>Objective</a:t>
            </a:r>
          </a:p>
          <a:p>
            <a:pPr marL="457200" indent="-457200">
              <a:buFont typeface="Wingdings" panose="05000000000000000000" pitchFamily="2" charset="2"/>
              <a:buChar char="ü"/>
            </a:pPr>
            <a:r>
              <a:rPr lang="en-US" sz="2400" dirty="0">
                <a:solidFill>
                  <a:schemeClr val="accent6">
                    <a:lumMod val="10000"/>
                  </a:schemeClr>
                </a:solidFill>
                <a:latin typeface="Cambria Math" panose="02040503050406030204" pitchFamily="18" charset="0"/>
                <a:ea typeface="Cambria Math" panose="02040503050406030204" pitchFamily="18" charset="0"/>
              </a:rPr>
              <a:t>Plan Of Action</a:t>
            </a:r>
          </a:p>
          <a:p>
            <a:pPr marL="457200" indent="-457200">
              <a:buFont typeface="Wingdings" panose="05000000000000000000" pitchFamily="2" charset="2"/>
              <a:buChar char="ü"/>
            </a:pPr>
            <a:r>
              <a:rPr lang="en-US" sz="2400" dirty="0">
                <a:solidFill>
                  <a:schemeClr val="accent6">
                    <a:lumMod val="10000"/>
                  </a:schemeClr>
                </a:solidFill>
                <a:latin typeface="Cambria Math" panose="02040503050406030204" pitchFamily="18" charset="0"/>
                <a:ea typeface="Cambria Math" panose="02040503050406030204" pitchFamily="18" charset="0"/>
              </a:rPr>
              <a:t>Software and Hardware Requirement</a:t>
            </a:r>
          </a:p>
          <a:p>
            <a:pPr marL="457200" indent="-457200">
              <a:buFont typeface="Wingdings" panose="05000000000000000000" pitchFamily="2" charset="2"/>
              <a:buChar char="ü"/>
            </a:pPr>
            <a:r>
              <a:rPr lang="en-US" sz="2400" dirty="0">
                <a:solidFill>
                  <a:schemeClr val="accent6">
                    <a:lumMod val="10000"/>
                  </a:schemeClr>
                </a:solidFill>
                <a:latin typeface="Cambria Math" panose="02040503050406030204" pitchFamily="18" charset="0"/>
                <a:ea typeface="Cambria Math" panose="02040503050406030204" pitchFamily="18" charset="0"/>
              </a:rPr>
              <a:t>Literature survey</a:t>
            </a:r>
          </a:p>
          <a:p>
            <a:pPr marL="457200" indent="-457200">
              <a:buFont typeface="Wingdings" panose="05000000000000000000" pitchFamily="2" charset="2"/>
              <a:buChar char="ü"/>
            </a:pPr>
            <a:r>
              <a:rPr lang="en-US" sz="2400" dirty="0">
                <a:solidFill>
                  <a:schemeClr val="accent6">
                    <a:lumMod val="10000"/>
                  </a:schemeClr>
                </a:solidFill>
                <a:latin typeface="Cambria Math" panose="02040503050406030204" pitchFamily="18" charset="0"/>
                <a:ea typeface="Cambria Math" panose="02040503050406030204" pitchFamily="18" charset="0"/>
              </a:rPr>
              <a:t>Conclusion</a:t>
            </a:r>
          </a:p>
          <a:p>
            <a:pPr marL="457200" indent="-457200">
              <a:buFont typeface="Wingdings" panose="05000000000000000000" pitchFamily="2" charset="2"/>
              <a:buChar char="ü"/>
            </a:pPr>
            <a:r>
              <a:rPr lang="en-US" sz="2400" dirty="0">
                <a:solidFill>
                  <a:schemeClr val="accent6">
                    <a:lumMod val="10000"/>
                  </a:schemeClr>
                </a:solidFill>
                <a:latin typeface="Cambria Math" panose="02040503050406030204" pitchFamily="18" charset="0"/>
                <a:ea typeface="Cambria Math" panose="02040503050406030204" pitchFamily="18" charset="0"/>
              </a:rPr>
              <a:t>Reference</a:t>
            </a:r>
          </a:p>
        </p:txBody>
      </p:sp>
      <p:sp>
        <p:nvSpPr>
          <p:cNvPr id="7" name="Rectangle 6">
            <a:extLst>
              <a:ext uri="{FF2B5EF4-FFF2-40B4-BE49-F238E27FC236}">
                <a16:creationId xmlns:a16="http://schemas.microsoft.com/office/drawing/2014/main" id="{612D5F34-6456-1B54-1BF1-8F0C85A24499}"/>
              </a:ext>
            </a:extLst>
          </p:cNvPr>
          <p:cNvSpPr/>
          <p:nvPr/>
        </p:nvSpPr>
        <p:spPr>
          <a:xfrm>
            <a:off x="7179210" y="1126408"/>
            <a:ext cx="2539436" cy="45719"/>
          </a:xfrm>
          <a:prstGeom prst="rect">
            <a:avLst/>
          </a:prstGeom>
          <a:solidFill>
            <a:schemeClr val="tx1"/>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en-IN">
              <a:ln w="0"/>
              <a:solidFill>
                <a:schemeClr val="tx1"/>
              </a:solidFill>
              <a:effectLst>
                <a:outerShdw blurRad="38100" dist="19050" dir="2700000" algn="tl" rotWithShape="0">
                  <a:schemeClr val="dk1">
                    <a:alpha val="40000"/>
                  </a:schemeClr>
                </a:outerShdw>
              </a:effectLst>
            </a:endParaRPr>
          </a:p>
        </p:txBody>
      </p:sp>
      <p:pic>
        <p:nvPicPr>
          <p:cNvPr id="2054" name="Picture 6" descr="Plant Life Images - Free Download on Freepik">
            <a:extLst>
              <a:ext uri="{FF2B5EF4-FFF2-40B4-BE49-F238E27FC236}">
                <a16:creationId xmlns:a16="http://schemas.microsoft.com/office/drawing/2014/main" id="{25DA5978-12D1-D2A8-71E2-3156ACC02E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749" y="902869"/>
            <a:ext cx="4793840" cy="5052261"/>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B5A4217E-E649-0392-2F36-EDD295D61F02}"/>
              </a:ext>
            </a:extLst>
          </p:cNvPr>
          <p:cNvSpPr/>
          <p:nvPr/>
        </p:nvSpPr>
        <p:spPr>
          <a:xfrm>
            <a:off x="7796177" y="474245"/>
            <a:ext cx="2539436" cy="45719"/>
          </a:xfrm>
          <a:prstGeom prst="rect">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IN">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10648801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A49C0DA-C8AE-5ECC-149A-D60ECFF8C1EB}"/>
              </a:ext>
            </a:extLst>
          </p:cNvPr>
          <p:cNvSpPr>
            <a:spLocks noGrp="1"/>
          </p:cNvSpPr>
          <p:nvPr>
            <p:ph type="title"/>
          </p:nvPr>
        </p:nvSpPr>
        <p:spPr>
          <a:xfrm>
            <a:off x="4147566" y="457200"/>
            <a:ext cx="10360152" cy="914400"/>
          </a:xfrm>
        </p:spPr>
        <p:txBody>
          <a:bodyPr/>
          <a:lstStyle/>
          <a:p>
            <a:r>
              <a:rPr lang="en-US" sz="3200" dirty="0">
                <a:solidFill>
                  <a:schemeClr val="accent6">
                    <a:lumMod val="10000"/>
                  </a:schemeClr>
                </a:solidFill>
                <a:latin typeface="Cambria Math" panose="02040503050406030204" pitchFamily="18" charset="0"/>
                <a:ea typeface="Cambria Math" panose="02040503050406030204" pitchFamily="18" charset="0"/>
              </a:rPr>
              <a:t>PROBLEM STATEMENT</a:t>
            </a:r>
            <a:br>
              <a:rPr lang="en-IN" sz="3200" dirty="0">
                <a:latin typeface="Cambria Math" panose="02040503050406030204" pitchFamily="18" charset="0"/>
                <a:ea typeface="Cambria Math" panose="02040503050406030204" pitchFamily="18" charset="0"/>
              </a:rPr>
            </a:br>
            <a:endParaRPr lang="en-US" dirty="0"/>
          </a:p>
        </p:txBody>
      </p:sp>
      <p:sp>
        <p:nvSpPr>
          <p:cNvPr id="25" name="Content Placeholder 24">
            <a:extLst>
              <a:ext uri="{FF2B5EF4-FFF2-40B4-BE49-F238E27FC236}">
                <a16:creationId xmlns:a16="http://schemas.microsoft.com/office/drawing/2014/main" id="{7798761A-B671-4825-623F-F4726F2BDF28}"/>
              </a:ext>
            </a:extLst>
          </p:cNvPr>
          <p:cNvSpPr>
            <a:spLocks noGrp="1"/>
          </p:cNvSpPr>
          <p:nvPr>
            <p:ph sz="quarter" idx="12"/>
          </p:nvPr>
        </p:nvSpPr>
        <p:spPr>
          <a:xfrm>
            <a:off x="544449" y="2218035"/>
            <a:ext cx="11103102" cy="2512340"/>
          </a:xfrm>
        </p:spPr>
        <p:txBody>
          <a:bodyPr>
            <a:noAutofit/>
          </a:bodyPr>
          <a:lstStyle/>
          <a:p>
            <a:r>
              <a:rPr lang="en-US" sz="2400" b="0" i="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Traditional irrigation methods often lead to inefficient water usage and increased operational costs for farmers. Also,</a:t>
            </a:r>
            <a:r>
              <a:rPr lang="en-US" sz="24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 </a:t>
            </a:r>
            <a:r>
              <a:rPr lang="en-US" sz="2400" b="0" i="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In urban environments, maintaining green spaces such as parks, gardens, and golf courses presents a challenge due to inefficient irrigation practices.</a:t>
            </a:r>
            <a:r>
              <a:rPr lang="en-US" sz="24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 </a:t>
            </a:r>
            <a:r>
              <a:rPr lang="en-US" sz="2400" b="0" i="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Traditional timer-based systems often lead to over or under-watering, resulting in water wastage and unhealthy plants . </a:t>
            </a:r>
            <a:r>
              <a:rPr lang="en-US" sz="24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The solution for such problems is our smart farming that consist of an smart irrigation system that optimized the use of water by getting the real time analysis of soil moisture and provide the sufficient amount of water to the plants.</a:t>
            </a:r>
            <a:endParaRPr lang="en-IN" sz="24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C5D89C74-DF09-395E-8112-9FA13DD5D661}"/>
              </a:ext>
            </a:extLst>
          </p:cNvPr>
          <p:cNvSpPr/>
          <p:nvPr/>
        </p:nvSpPr>
        <p:spPr>
          <a:xfrm>
            <a:off x="3295895" y="961865"/>
            <a:ext cx="4967995" cy="45719"/>
          </a:xfrm>
          <a:prstGeom prst="rect">
            <a:avLst/>
          </a:prstGeom>
          <a:solidFill>
            <a:schemeClr val="accent1">
              <a:lumMod val="10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3938794D-0916-891C-160A-EC6EA81A5F2D}"/>
              </a:ext>
            </a:extLst>
          </p:cNvPr>
          <p:cNvSpPr/>
          <p:nvPr/>
        </p:nvSpPr>
        <p:spPr>
          <a:xfrm>
            <a:off x="0" y="6400800"/>
            <a:ext cx="12192000" cy="451886"/>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E22C6F97-5E52-44DE-3A47-9B1377D5F108}"/>
              </a:ext>
            </a:extLst>
          </p:cNvPr>
          <p:cNvSpPr/>
          <p:nvPr/>
        </p:nvSpPr>
        <p:spPr>
          <a:xfrm>
            <a:off x="4147566" y="316475"/>
            <a:ext cx="4967995" cy="45719"/>
          </a:xfrm>
          <a:prstGeom prst="rect">
            <a:avLst/>
          </a:prstGeom>
          <a:solidFill>
            <a:schemeClr val="accent1">
              <a:lumMod val="10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41599135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4657344" y="82297"/>
            <a:ext cx="7534656" cy="914400"/>
          </a:xfrm>
        </p:spPr>
        <p:txBody>
          <a:bodyPr/>
          <a:lstStyle/>
          <a:p>
            <a:r>
              <a:rPr lang="en-US" dirty="0">
                <a:latin typeface="Cambria Math" panose="02040503050406030204" pitchFamily="18" charset="0"/>
                <a:ea typeface="Cambria Math" panose="02040503050406030204" pitchFamily="18" charset="0"/>
              </a:rPr>
              <a:t>ABSTRACT</a:t>
            </a: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1146810" y="2004822"/>
            <a:ext cx="9898380" cy="3356576"/>
          </a:xfrm>
        </p:spPr>
        <p:txBody>
          <a:bodyPr/>
          <a:lstStyle/>
          <a:p>
            <a:pPr marL="0" indent="0">
              <a:buNone/>
            </a:pPr>
            <a:r>
              <a:rPr lang="en-US" sz="24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Intelligent irrigation system</a:t>
            </a:r>
            <a:r>
              <a:rPr lang="en-US" sz="2400" b="0" i="0" dirty="0">
                <a:solidFill>
                  <a:schemeClr val="accent6">
                    <a:lumMod val="10000"/>
                  </a:schemeClr>
                </a:solidFill>
                <a:effectLst/>
                <a:latin typeface="Calibri" panose="020F0502020204030204" pitchFamily="34" charset="0"/>
                <a:ea typeface="Calibri" panose="020F0502020204030204" pitchFamily="34" charset="0"/>
                <a:cs typeface="Calibri" panose="020F0502020204030204" pitchFamily="34" charset="0"/>
              </a:rPr>
              <a:t>  being an automated system has a distributed wired network of soil moisture, humidity, and temperature sensors placed at the root zone of plants. The system analyze the moisture of the soil using the soil sensors and waters the plants based on the real time analysis of soil. </a:t>
            </a:r>
            <a:r>
              <a:rPr lang="en-US" sz="24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It</a:t>
            </a:r>
            <a:r>
              <a:rPr lang="en-US" sz="2400" b="0" i="0" dirty="0">
                <a:solidFill>
                  <a:schemeClr val="accent6">
                    <a:lumMod val="10000"/>
                  </a:schemeClr>
                </a:solidFill>
                <a:effectLst/>
                <a:latin typeface="Calibri" panose="020F0502020204030204" pitchFamily="34" charset="0"/>
                <a:ea typeface="Calibri" panose="020F0502020204030204" pitchFamily="34" charset="0"/>
                <a:cs typeface="Calibri" panose="020F0502020204030204" pitchFamily="34" charset="0"/>
              </a:rPr>
              <a:t> helps analyze and detect the problem with real-time irrigation system monitoring, allowing farmers to take corrective actions</a:t>
            </a:r>
            <a:r>
              <a:rPr lang="en-US" sz="2400" b="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t>
            </a:r>
            <a:endParaRPr lang="en-IN" sz="2400" dirty="0">
              <a:latin typeface="Calibri" panose="020F0502020204030204" pitchFamily="34" charset="0"/>
              <a:ea typeface="Calibri" panose="020F0502020204030204" pitchFamily="34" charset="0"/>
              <a:cs typeface="Calibri" panose="020F0502020204030204" pitchFamily="34" charset="0"/>
            </a:endParaRPr>
          </a:p>
          <a:p>
            <a:endParaRPr lang="en-US" dirty="0"/>
          </a:p>
        </p:txBody>
      </p:sp>
      <p:sp>
        <p:nvSpPr>
          <p:cNvPr id="4" name="Rectangle 3">
            <a:extLst>
              <a:ext uri="{FF2B5EF4-FFF2-40B4-BE49-F238E27FC236}">
                <a16:creationId xmlns:a16="http://schemas.microsoft.com/office/drawing/2014/main" id="{AE9B5DB5-BCCE-6A61-E332-4E8A59E78CE4}"/>
              </a:ext>
            </a:extLst>
          </p:cNvPr>
          <p:cNvSpPr/>
          <p:nvPr/>
        </p:nvSpPr>
        <p:spPr>
          <a:xfrm>
            <a:off x="3982619" y="996697"/>
            <a:ext cx="2772511" cy="45719"/>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IN">
              <a:ln w="0"/>
              <a:solidFill>
                <a:schemeClr val="tx1"/>
              </a:solidFill>
              <a:effectLst>
                <a:outerShdw blurRad="38100" dist="19050" dir="2700000" algn="tl" rotWithShape="0">
                  <a:schemeClr val="dk1">
                    <a:alpha val="40000"/>
                  </a:schemeClr>
                </a:outerShdw>
              </a:effectLst>
            </a:endParaRPr>
          </a:p>
        </p:txBody>
      </p:sp>
      <p:sp>
        <p:nvSpPr>
          <p:cNvPr id="5" name="Rectangle 4">
            <a:extLst>
              <a:ext uri="{FF2B5EF4-FFF2-40B4-BE49-F238E27FC236}">
                <a16:creationId xmlns:a16="http://schemas.microsoft.com/office/drawing/2014/main" id="{EAA65574-2DDA-2E7D-7A36-05AF3292F82F}"/>
              </a:ext>
            </a:extLst>
          </p:cNvPr>
          <p:cNvSpPr/>
          <p:nvPr/>
        </p:nvSpPr>
        <p:spPr>
          <a:xfrm>
            <a:off x="4709744" y="346993"/>
            <a:ext cx="2772511" cy="45719"/>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IN">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57290712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EE45-3924-5A20-4FDE-7EA6BBEBD06F}"/>
              </a:ext>
            </a:extLst>
          </p:cNvPr>
          <p:cNvSpPr>
            <a:spLocks noGrp="1"/>
          </p:cNvSpPr>
          <p:nvPr>
            <p:ph type="title"/>
          </p:nvPr>
        </p:nvSpPr>
        <p:spPr>
          <a:xfrm>
            <a:off x="617218" y="1718699"/>
            <a:ext cx="6533388" cy="4719001"/>
          </a:xfrm>
        </p:spPr>
        <p:txBody>
          <a:bodyPr/>
          <a:lstStyle/>
          <a:p>
            <a:r>
              <a:rPr lang="en-US" sz="24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1. W</a:t>
            </a:r>
            <a:r>
              <a:rPr lang="en-US" sz="2400" b="0" i="0" dirty="0">
                <a:solidFill>
                  <a:schemeClr val="accent6">
                    <a:lumMod val="10000"/>
                  </a:schemeClr>
                </a:solidFill>
                <a:effectLst/>
                <a:latin typeface="Calibri" panose="020F0502020204030204" pitchFamily="34" charset="0"/>
                <a:ea typeface="Calibri" panose="020F0502020204030204" pitchFamily="34" charset="0"/>
                <a:cs typeface="Calibri" panose="020F0502020204030204" pitchFamily="34" charset="0"/>
              </a:rPr>
              <a:t>ater </a:t>
            </a:r>
            <a:r>
              <a:rPr lang="en-US" sz="24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C</a:t>
            </a:r>
            <a:r>
              <a:rPr lang="en-US" sz="2400" b="0" i="0" dirty="0">
                <a:solidFill>
                  <a:schemeClr val="accent6">
                    <a:lumMod val="10000"/>
                  </a:schemeClr>
                </a:solidFill>
                <a:effectLst/>
                <a:latin typeface="Calibri" panose="020F0502020204030204" pitchFamily="34" charset="0"/>
                <a:ea typeface="Calibri" panose="020F0502020204030204" pitchFamily="34" charset="0"/>
                <a:cs typeface="Calibri" panose="020F0502020204030204" pitchFamily="34" charset="0"/>
              </a:rPr>
              <a:t>onservation.</a:t>
            </a:r>
            <a:br>
              <a:rPr lang="en-US" sz="2400" b="0" i="0" dirty="0">
                <a:solidFill>
                  <a:schemeClr val="accent6">
                    <a:lumMod val="10000"/>
                  </a:schemeClr>
                </a:solidFill>
                <a:effectLst/>
                <a:latin typeface="Calibri" panose="020F0502020204030204" pitchFamily="34" charset="0"/>
                <a:ea typeface="Calibri" panose="020F0502020204030204" pitchFamily="34" charset="0"/>
                <a:cs typeface="Calibri" panose="020F0502020204030204" pitchFamily="34" charset="0"/>
              </a:rPr>
            </a:br>
            <a:br>
              <a:rPr lang="en-IN" sz="24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br>
            <a:r>
              <a:rPr lang="en-IN" sz="24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2. </a:t>
            </a:r>
            <a:r>
              <a:rPr lang="en-US" sz="2400" b="0" i="0" dirty="0">
                <a:solidFill>
                  <a:schemeClr val="accent6">
                    <a:lumMod val="10000"/>
                  </a:schemeClr>
                </a:solidFill>
                <a:effectLst/>
                <a:latin typeface="Calibri" panose="020F0502020204030204" pitchFamily="34" charset="0"/>
                <a:ea typeface="Calibri" panose="020F0502020204030204" pitchFamily="34" charset="0"/>
                <a:cs typeface="Calibri" panose="020F0502020204030204" pitchFamily="34" charset="0"/>
              </a:rPr>
              <a:t>Precision Farming.</a:t>
            </a:r>
            <a:br>
              <a:rPr lang="en-US" sz="2400" b="0" i="0" dirty="0">
                <a:solidFill>
                  <a:schemeClr val="accent6">
                    <a:lumMod val="10000"/>
                  </a:schemeClr>
                </a:solidFill>
                <a:effectLst/>
                <a:latin typeface="Calibri" panose="020F0502020204030204" pitchFamily="34" charset="0"/>
                <a:ea typeface="Calibri" panose="020F0502020204030204" pitchFamily="34" charset="0"/>
                <a:cs typeface="Calibri" panose="020F0502020204030204" pitchFamily="34" charset="0"/>
              </a:rPr>
            </a:br>
            <a:br>
              <a:rPr lang="en-US" sz="2400" b="0" i="0" dirty="0">
                <a:solidFill>
                  <a:schemeClr val="accent6">
                    <a:lumMod val="10000"/>
                  </a:schemeClr>
                </a:solidFill>
                <a:effectLst/>
                <a:latin typeface="Calibri" panose="020F0502020204030204" pitchFamily="34" charset="0"/>
                <a:ea typeface="Calibri" panose="020F0502020204030204" pitchFamily="34" charset="0"/>
                <a:cs typeface="Calibri" panose="020F0502020204030204" pitchFamily="34" charset="0"/>
              </a:rPr>
            </a:br>
            <a:r>
              <a:rPr lang="en-US" sz="2400" b="0" i="0" dirty="0">
                <a:solidFill>
                  <a:schemeClr val="accent6">
                    <a:lumMod val="10000"/>
                  </a:schemeClr>
                </a:solidFill>
                <a:effectLst/>
                <a:latin typeface="Calibri" panose="020F0502020204030204" pitchFamily="34" charset="0"/>
                <a:ea typeface="Calibri" panose="020F0502020204030204" pitchFamily="34" charset="0"/>
                <a:cs typeface="Calibri" panose="020F0502020204030204" pitchFamily="34" charset="0"/>
              </a:rPr>
              <a:t>3. Automatically irrigating based on soil moisture           levels.</a:t>
            </a:r>
            <a:br>
              <a:rPr lang="en-US" sz="2400" b="0" i="0" dirty="0">
                <a:solidFill>
                  <a:schemeClr val="accent6">
                    <a:lumMod val="10000"/>
                  </a:schemeClr>
                </a:solidFill>
                <a:effectLst/>
                <a:latin typeface="Calibri" panose="020F0502020204030204" pitchFamily="34" charset="0"/>
                <a:ea typeface="Calibri" panose="020F0502020204030204" pitchFamily="34" charset="0"/>
                <a:cs typeface="Calibri" panose="020F0502020204030204" pitchFamily="34" charset="0"/>
              </a:rPr>
            </a:br>
            <a:br>
              <a:rPr lang="en-US" sz="2400" b="0" i="0" dirty="0">
                <a:solidFill>
                  <a:schemeClr val="accent6">
                    <a:lumMod val="10000"/>
                  </a:schemeClr>
                </a:solidFill>
                <a:effectLst/>
                <a:latin typeface="Calibri" panose="020F0502020204030204" pitchFamily="34" charset="0"/>
                <a:ea typeface="Calibri" panose="020F0502020204030204" pitchFamily="34" charset="0"/>
                <a:cs typeface="Calibri" panose="020F0502020204030204" pitchFamily="34" charset="0"/>
              </a:rPr>
            </a:br>
            <a:r>
              <a:rPr lang="en-US" sz="2400" b="0" i="0" dirty="0">
                <a:solidFill>
                  <a:schemeClr val="accent6">
                    <a:lumMod val="10000"/>
                  </a:schemeClr>
                </a:solidFill>
                <a:effectLst/>
                <a:latin typeface="Calibri" panose="020F0502020204030204" pitchFamily="34" charset="0"/>
                <a:ea typeface="Calibri" panose="020F0502020204030204" pitchFamily="34" charset="0"/>
                <a:cs typeface="Calibri" panose="020F0502020204030204" pitchFamily="34" charset="0"/>
              </a:rPr>
              <a:t>4. </a:t>
            </a:r>
            <a:r>
              <a:rPr lang="en-US" sz="24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To ensures</a:t>
            </a:r>
            <a:r>
              <a:rPr lang="en-US" sz="2400" b="0" i="0" dirty="0">
                <a:solidFill>
                  <a:schemeClr val="accent6">
                    <a:lumMod val="10000"/>
                  </a:schemeClr>
                </a:solidFill>
                <a:effectLst/>
                <a:latin typeface="Calibri" panose="020F0502020204030204" pitchFamily="34" charset="0"/>
                <a:ea typeface="Calibri" panose="020F0502020204030204" pitchFamily="34" charset="0"/>
                <a:cs typeface="Calibri" panose="020F0502020204030204" pitchFamily="34" charset="0"/>
              </a:rPr>
              <a:t> that the plants have adequate moisture, promotes healthier growth.</a:t>
            </a:r>
            <a:br>
              <a:rPr lang="en-US" sz="2400" b="0" i="0" dirty="0">
                <a:solidFill>
                  <a:schemeClr val="accent6">
                    <a:lumMod val="10000"/>
                  </a:schemeClr>
                </a:solidFill>
                <a:effectLst/>
                <a:latin typeface="Calibri" panose="020F0502020204030204" pitchFamily="34" charset="0"/>
                <a:ea typeface="Calibri" panose="020F0502020204030204" pitchFamily="34" charset="0"/>
                <a:cs typeface="Calibri" panose="020F0502020204030204" pitchFamily="34" charset="0"/>
              </a:rPr>
            </a:br>
            <a:br>
              <a:rPr lang="en-US" sz="2400" b="0" i="0" dirty="0">
                <a:solidFill>
                  <a:schemeClr val="accent6">
                    <a:lumMod val="10000"/>
                  </a:schemeClr>
                </a:solidFill>
                <a:effectLst/>
                <a:latin typeface="Calibri" panose="020F0502020204030204" pitchFamily="34" charset="0"/>
                <a:ea typeface="Calibri" panose="020F0502020204030204" pitchFamily="34" charset="0"/>
                <a:cs typeface="Calibri" panose="020F0502020204030204" pitchFamily="34" charset="0"/>
              </a:rPr>
            </a:br>
            <a:r>
              <a:rPr lang="en-US" sz="2400" b="0" i="0" dirty="0">
                <a:solidFill>
                  <a:schemeClr val="accent6">
                    <a:lumMod val="10000"/>
                  </a:schemeClr>
                </a:solidFill>
                <a:effectLst/>
                <a:latin typeface="Calibri" panose="020F0502020204030204" pitchFamily="34" charset="0"/>
                <a:ea typeface="Calibri" panose="020F0502020204030204" pitchFamily="34" charset="0"/>
                <a:cs typeface="Calibri" panose="020F0502020204030204" pitchFamily="34" charset="0"/>
              </a:rPr>
              <a:t>5. To reduces the risk of under or over-watering which can lead to plant stress, disease, and reduced yields.</a:t>
            </a:r>
            <a:br>
              <a:rPr lang="en-US" sz="24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br>
            <a:br>
              <a:rPr lang="en-US" sz="2400" b="0" i="0" dirty="0">
                <a:solidFill>
                  <a:schemeClr val="accent6">
                    <a:lumMod val="10000"/>
                  </a:schemeClr>
                </a:solidFill>
                <a:effectLst/>
                <a:latin typeface="Calibri" panose="020F0502020204030204" pitchFamily="34" charset="0"/>
                <a:ea typeface="Calibri" panose="020F0502020204030204" pitchFamily="34" charset="0"/>
                <a:cs typeface="Calibri" panose="020F0502020204030204" pitchFamily="34" charset="0"/>
              </a:rPr>
            </a:br>
            <a:br>
              <a:rPr lang="en-IN" sz="4800" dirty="0">
                <a:ea typeface="Microsoft Himalaya" panose="01010100010101010101" pitchFamily="2" charset="0"/>
                <a:cs typeface="Microsoft Himalaya" panose="01010100010101010101" pitchFamily="2" charset="0"/>
              </a:rPr>
            </a:br>
            <a:endParaRPr lang="en-US" dirty="0"/>
          </a:p>
        </p:txBody>
      </p:sp>
      <p:sp>
        <p:nvSpPr>
          <p:cNvPr id="3" name="TextBox 2">
            <a:extLst>
              <a:ext uri="{FF2B5EF4-FFF2-40B4-BE49-F238E27FC236}">
                <a16:creationId xmlns:a16="http://schemas.microsoft.com/office/drawing/2014/main" id="{54BEC769-6447-93C7-3F37-486E3BEECBE0}"/>
              </a:ext>
            </a:extLst>
          </p:cNvPr>
          <p:cNvSpPr txBox="1"/>
          <p:nvPr/>
        </p:nvSpPr>
        <p:spPr>
          <a:xfrm>
            <a:off x="1337358" y="208868"/>
            <a:ext cx="5093109" cy="646331"/>
          </a:xfrm>
          <a:prstGeom prst="rect">
            <a:avLst/>
          </a:prstGeom>
          <a:noFill/>
        </p:spPr>
        <p:txBody>
          <a:bodyPr wrap="square" rtlCol="0">
            <a:spAutoFit/>
          </a:bodyPr>
          <a:lstStyle/>
          <a:p>
            <a:r>
              <a:rPr lang="en-US" sz="3600" dirty="0">
                <a:latin typeface="Cambria Math" panose="02040503050406030204" pitchFamily="18" charset="0"/>
                <a:ea typeface="Cambria Math" panose="02040503050406030204" pitchFamily="18" charset="0"/>
              </a:rPr>
              <a:t> </a:t>
            </a:r>
            <a:r>
              <a:rPr lang="en-US" sz="3600" dirty="0">
                <a:solidFill>
                  <a:schemeClr val="accent6">
                    <a:lumMod val="10000"/>
                  </a:schemeClr>
                </a:solidFill>
                <a:latin typeface="Cambria Math" panose="02040503050406030204" pitchFamily="18" charset="0"/>
                <a:ea typeface="Cambria Math" panose="02040503050406030204" pitchFamily="18" charset="0"/>
              </a:rPr>
              <a:t>OBJECTIVES</a:t>
            </a:r>
            <a:endParaRPr lang="en-IN" sz="3600" dirty="0">
              <a:solidFill>
                <a:schemeClr val="accent6">
                  <a:lumMod val="10000"/>
                </a:schemeClr>
              </a:solidFill>
              <a:latin typeface="Cambria Math" panose="02040503050406030204" pitchFamily="18" charset="0"/>
              <a:ea typeface="Cambria Math" panose="02040503050406030204" pitchFamily="18" charset="0"/>
            </a:endParaRPr>
          </a:p>
        </p:txBody>
      </p:sp>
      <p:sp>
        <p:nvSpPr>
          <p:cNvPr id="5" name="Rectangle 4">
            <a:extLst>
              <a:ext uri="{FF2B5EF4-FFF2-40B4-BE49-F238E27FC236}">
                <a16:creationId xmlns:a16="http://schemas.microsoft.com/office/drawing/2014/main" id="{6610C249-70C5-BC54-2557-D930A34427E2}"/>
              </a:ext>
            </a:extLst>
          </p:cNvPr>
          <p:cNvSpPr/>
          <p:nvPr/>
        </p:nvSpPr>
        <p:spPr>
          <a:xfrm>
            <a:off x="1044185" y="832339"/>
            <a:ext cx="3036325" cy="45719"/>
          </a:xfrm>
          <a:prstGeom prst="rect">
            <a:avLst/>
          </a:prstGeom>
          <a:solidFill>
            <a:schemeClr val="accent1">
              <a:lumMod val="10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endParaRPr lang="en-IN"/>
          </a:p>
        </p:txBody>
      </p:sp>
      <p:pic>
        <p:nvPicPr>
          <p:cNvPr id="10" name="Picture Placeholder 9">
            <a:extLst>
              <a:ext uri="{FF2B5EF4-FFF2-40B4-BE49-F238E27FC236}">
                <a16:creationId xmlns:a16="http://schemas.microsoft.com/office/drawing/2014/main" id="{E500599D-6C17-CACE-CC24-329E2CDBE5B6}"/>
              </a:ext>
            </a:extLst>
          </p:cNvPr>
          <p:cNvPicPr>
            <a:picLocks noGrp="1" noChangeAspect="1"/>
          </p:cNvPicPr>
          <p:nvPr>
            <p:ph type="pic" idx="1"/>
          </p:nvPr>
        </p:nvPicPr>
        <p:blipFill>
          <a:blip r:embed="rId3"/>
          <a:srcRect l="13642" r="13642"/>
          <a:stretch>
            <a:fillRect/>
          </a:stretch>
        </p:blipFill>
        <p:spPr/>
      </p:pic>
      <p:sp>
        <p:nvSpPr>
          <p:cNvPr id="6" name="Rectangle 5">
            <a:extLst>
              <a:ext uri="{FF2B5EF4-FFF2-40B4-BE49-F238E27FC236}">
                <a16:creationId xmlns:a16="http://schemas.microsoft.com/office/drawing/2014/main" id="{97CFB78A-841F-9861-58A5-BDC37C6B4584}"/>
              </a:ext>
            </a:extLst>
          </p:cNvPr>
          <p:cNvSpPr/>
          <p:nvPr/>
        </p:nvSpPr>
        <p:spPr>
          <a:xfrm>
            <a:off x="1550915" y="175604"/>
            <a:ext cx="3036325" cy="45719"/>
          </a:xfrm>
          <a:prstGeom prst="rect">
            <a:avLst/>
          </a:prstGeom>
          <a:solidFill>
            <a:schemeClr val="accent1">
              <a:lumMod val="10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22232447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A49C0DA-C8AE-5ECC-149A-D60ECFF8C1EB}"/>
              </a:ext>
            </a:extLst>
          </p:cNvPr>
          <p:cNvSpPr>
            <a:spLocks noGrp="1"/>
          </p:cNvSpPr>
          <p:nvPr>
            <p:ph type="title"/>
          </p:nvPr>
        </p:nvSpPr>
        <p:spPr>
          <a:xfrm>
            <a:off x="4147566" y="457200"/>
            <a:ext cx="4458870" cy="914400"/>
          </a:xfrm>
        </p:spPr>
        <p:txBody>
          <a:bodyPr/>
          <a:lstStyle/>
          <a:p>
            <a:r>
              <a:rPr lang="en-US" sz="3200" dirty="0">
                <a:solidFill>
                  <a:schemeClr val="accent6">
                    <a:lumMod val="10000"/>
                  </a:schemeClr>
                </a:solidFill>
                <a:latin typeface="Cambria Math" panose="02040503050406030204" pitchFamily="18" charset="0"/>
                <a:ea typeface="Cambria Math" panose="02040503050406030204" pitchFamily="18" charset="0"/>
              </a:rPr>
              <a:t>P</a:t>
            </a:r>
            <a:r>
              <a:rPr lang="en-US" dirty="0">
                <a:solidFill>
                  <a:schemeClr val="accent6">
                    <a:lumMod val="10000"/>
                  </a:schemeClr>
                </a:solidFill>
                <a:latin typeface="Cambria Math" panose="02040503050406030204" pitchFamily="18" charset="0"/>
                <a:ea typeface="Cambria Math" panose="02040503050406030204" pitchFamily="18" charset="0"/>
              </a:rPr>
              <a:t>LAN OF ACTION</a:t>
            </a:r>
            <a:br>
              <a:rPr lang="en-IN" sz="3200" dirty="0">
                <a:latin typeface="Cambria Math" panose="02040503050406030204" pitchFamily="18" charset="0"/>
                <a:ea typeface="Cambria Math" panose="02040503050406030204" pitchFamily="18" charset="0"/>
              </a:rPr>
            </a:br>
            <a:endParaRPr lang="en-US" dirty="0"/>
          </a:p>
        </p:txBody>
      </p:sp>
      <p:sp>
        <p:nvSpPr>
          <p:cNvPr id="2" name="Rectangle 1">
            <a:extLst>
              <a:ext uri="{FF2B5EF4-FFF2-40B4-BE49-F238E27FC236}">
                <a16:creationId xmlns:a16="http://schemas.microsoft.com/office/drawing/2014/main" id="{C5D89C74-DF09-395E-8112-9FA13DD5D661}"/>
              </a:ext>
            </a:extLst>
          </p:cNvPr>
          <p:cNvSpPr/>
          <p:nvPr/>
        </p:nvSpPr>
        <p:spPr>
          <a:xfrm flipV="1">
            <a:off x="3513065" y="891540"/>
            <a:ext cx="4067943" cy="45719"/>
          </a:xfrm>
          <a:prstGeom prst="rect">
            <a:avLst/>
          </a:prstGeom>
          <a:solidFill>
            <a:schemeClr val="accent1">
              <a:lumMod val="10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85B20F4F-CA5D-D9CA-A5C1-E79ED0CA2531}"/>
              </a:ext>
            </a:extLst>
          </p:cNvPr>
          <p:cNvSpPr/>
          <p:nvPr/>
        </p:nvSpPr>
        <p:spPr>
          <a:xfrm flipV="1">
            <a:off x="4062028" y="255204"/>
            <a:ext cx="4067943" cy="45719"/>
          </a:xfrm>
          <a:prstGeom prst="rect">
            <a:avLst/>
          </a:prstGeom>
          <a:solidFill>
            <a:schemeClr val="accent1">
              <a:lumMod val="10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endParaRPr lang="en-IN"/>
          </a:p>
        </p:txBody>
      </p:sp>
      <p:graphicFrame>
        <p:nvGraphicFramePr>
          <p:cNvPr id="6" name="Diagram 5">
            <a:extLst>
              <a:ext uri="{FF2B5EF4-FFF2-40B4-BE49-F238E27FC236}">
                <a16:creationId xmlns:a16="http://schemas.microsoft.com/office/drawing/2014/main" id="{7C7B6502-62F6-6CFB-8DEE-2E6447017B6B}"/>
              </a:ext>
            </a:extLst>
          </p:cNvPr>
          <p:cNvGraphicFramePr/>
          <p:nvPr>
            <p:extLst>
              <p:ext uri="{D42A27DB-BD31-4B8C-83A1-F6EECF244321}">
                <p14:modId xmlns:p14="http://schemas.microsoft.com/office/powerpoint/2010/main" val="3504326260"/>
              </p:ext>
            </p:extLst>
          </p:nvPr>
        </p:nvGraphicFramePr>
        <p:xfrm>
          <a:off x="2313001" y="1249813"/>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8534944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A49C0DA-C8AE-5ECC-149A-D60ECFF8C1EB}"/>
              </a:ext>
            </a:extLst>
          </p:cNvPr>
          <p:cNvSpPr>
            <a:spLocks noGrp="1"/>
          </p:cNvSpPr>
          <p:nvPr>
            <p:ph type="title"/>
          </p:nvPr>
        </p:nvSpPr>
        <p:spPr>
          <a:xfrm>
            <a:off x="4147566" y="457200"/>
            <a:ext cx="4458870" cy="914400"/>
          </a:xfrm>
        </p:spPr>
        <p:txBody>
          <a:bodyPr/>
          <a:lstStyle/>
          <a:p>
            <a:r>
              <a:rPr lang="en-US" dirty="0">
                <a:solidFill>
                  <a:schemeClr val="accent6">
                    <a:lumMod val="10000"/>
                  </a:schemeClr>
                </a:solidFill>
                <a:latin typeface="Cambria Math" panose="02040503050406030204" pitchFamily="18" charset="0"/>
                <a:ea typeface="Cambria Math" panose="02040503050406030204" pitchFamily="18" charset="0"/>
              </a:rPr>
              <a:t>     WORKING</a:t>
            </a:r>
            <a:br>
              <a:rPr lang="en-IN" sz="3200" dirty="0">
                <a:latin typeface="Cambria Math" panose="02040503050406030204" pitchFamily="18" charset="0"/>
                <a:ea typeface="Cambria Math" panose="02040503050406030204" pitchFamily="18" charset="0"/>
              </a:rPr>
            </a:br>
            <a:endParaRPr lang="en-US" dirty="0"/>
          </a:p>
        </p:txBody>
      </p:sp>
      <p:sp>
        <p:nvSpPr>
          <p:cNvPr id="2" name="Rectangle 1">
            <a:extLst>
              <a:ext uri="{FF2B5EF4-FFF2-40B4-BE49-F238E27FC236}">
                <a16:creationId xmlns:a16="http://schemas.microsoft.com/office/drawing/2014/main" id="{C5D89C74-DF09-395E-8112-9FA13DD5D661}"/>
              </a:ext>
            </a:extLst>
          </p:cNvPr>
          <p:cNvSpPr/>
          <p:nvPr/>
        </p:nvSpPr>
        <p:spPr>
          <a:xfrm flipV="1">
            <a:off x="3513065" y="891540"/>
            <a:ext cx="4067943" cy="45719"/>
          </a:xfrm>
          <a:prstGeom prst="rect">
            <a:avLst/>
          </a:prstGeom>
          <a:solidFill>
            <a:schemeClr val="accent1">
              <a:lumMod val="10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85B20F4F-CA5D-D9CA-A5C1-E79ED0CA2531}"/>
              </a:ext>
            </a:extLst>
          </p:cNvPr>
          <p:cNvSpPr/>
          <p:nvPr/>
        </p:nvSpPr>
        <p:spPr>
          <a:xfrm flipV="1">
            <a:off x="4062028" y="255204"/>
            <a:ext cx="4067943" cy="45719"/>
          </a:xfrm>
          <a:prstGeom prst="rect">
            <a:avLst/>
          </a:prstGeom>
          <a:solidFill>
            <a:schemeClr val="accent1">
              <a:lumMod val="10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660F865C-AF1E-8880-EAE8-E3BD65A641CB}"/>
              </a:ext>
            </a:extLst>
          </p:cNvPr>
          <p:cNvSpPr/>
          <p:nvPr/>
        </p:nvSpPr>
        <p:spPr>
          <a:xfrm>
            <a:off x="2305756" y="1314622"/>
            <a:ext cx="1359278" cy="461665"/>
          </a:xfrm>
          <a:prstGeom prst="roundRect">
            <a:avLst/>
          </a:prstGeom>
          <a:ln>
            <a:solidFill>
              <a:srgbClr val="22336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Cambria Math" panose="02040503050406030204" pitchFamily="18" charset="0"/>
                <a:ea typeface="Cambria Math" panose="02040503050406030204" pitchFamily="18" charset="0"/>
              </a:rPr>
              <a:t>Start </a:t>
            </a:r>
          </a:p>
        </p:txBody>
      </p:sp>
      <p:sp>
        <p:nvSpPr>
          <p:cNvPr id="5" name="Rectangle 4">
            <a:extLst>
              <a:ext uri="{FF2B5EF4-FFF2-40B4-BE49-F238E27FC236}">
                <a16:creationId xmlns:a16="http://schemas.microsoft.com/office/drawing/2014/main" id="{2D9AF1E7-5821-EBD9-A30C-21DDB4C99D99}"/>
              </a:ext>
            </a:extLst>
          </p:cNvPr>
          <p:cNvSpPr/>
          <p:nvPr/>
        </p:nvSpPr>
        <p:spPr>
          <a:xfrm>
            <a:off x="1926250" y="2257135"/>
            <a:ext cx="2135778" cy="685172"/>
          </a:xfrm>
          <a:prstGeom prst="rect">
            <a:avLst/>
          </a:prstGeom>
          <a:ln>
            <a:solidFill>
              <a:srgbClr val="223366"/>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IN" dirty="0">
                <a:latin typeface="Cambria Math" panose="02040503050406030204" pitchFamily="18" charset="0"/>
                <a:ea typeface="Cambria Math" panose="02040503050406030204" pitchFamily="18" charset="0"/>
              </a:rPr>
              <a:t>Initialize the components</a:t>
            </a:r>
          </a:p>
        </p:txBody>
      </p:sp>
      <p:sp>
        <p:nvSpPr>
          <p:cNvPr id="7" name="Parallelogram 6">
            <a:extLst>
              <a:ext uri="{FF2B5EF4-FFF2-40B4-BE49-F238E27FC236}">
                <a16:creationId xmlns:a16="http://schemas.microsoft.com/office/drawing/2014/main" id="{6D47998C-A0DE-3314-447E-2855C65576F1}"/>
              </a:ext>
            </a:extLst>
          </p:cNvPr>
          <p:cNvSpPr/>
          <p:nvPr/>
        </p:nvSpPr>
        <p:spPr>
          <a:xfrm>
            <a:off x="1508443" y="3399066"/>
            <a:ext cx="2765503" cy="868681"/>
          </a:xfrm>
          <a:prstGeom prst="parallelogram">
            <a:avLst/>
          </a:prstGeom>
          <a:ln>
            <a:solidFill>
              <a:srgbClr val="22336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Cambria Math" panose="02040503050406030204" pitchFamily="18" charset="0"/>
                <a:ea typeface="Cambria Math" panose="02040503050406030204" pitchFamily="18" charset="0"/>
              </a:rPr>
              <a:t>Read the soil moisture using soil sensors</a:t>
            </a:r>
          </a:p>
        </p:txBody>
      </p:sp>
      <p:sp>
        <p:nvSpPr>
          <p:cNvPr id="8" name="Rectangle 7">
            <a:extLst>
              <a:ext uri="{FF2B5EF4-FFF2-40B4-BE49-F238E27FC236}">
                <a16:creationId xmlns:a16="http://schemas.microsoft.com/office/drawing/2014/main" id="{27224B42-BB7D-BD44-2FFA-CF37D255C7FC}"/>
              </a:ext>
            </a:extLst>
          </p:cNvPr>
          <p:cNvSpPr/>
          <p:nvPr/>
        </p:nvSpPr>
        <p:spPr>
          <a:xfrm>
            <a:off x="1497484" y="4745476"/>
            <a:ext cx="2891883" cy="572700"/>
          </a:xfrm>
          <a:prstGeom prst="rect">
            <a:avLst/>
          </a:prstGeom>
          <a:ln>
            <a:solidFill>
              <a:srgbClr val="22336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Cambria Math" panose="02040503050406030204" pitchFamily="18" charset="0"/>
                <a:ea typeface="Cambria Math" panose="02040503050406030204" pitchFamily="18" charset="0"/>
              </a:rPr>
              <a:t>Display the current soil moisture on LCD</a:t>
            </a:r>
            <a:endParaRPr lang="en-IN" dirty="0">
              <a:latin typeface="Cambria Math" panose="02040503050406030204" pitchFamily="18" charset="0"/>
              <a:ea typeface="Cambria Math" panose="02040503050406030204" pitchFamily="18" charset="0"/>
            </a:endParaRPr>
          </a:p>
        </p:txBody>
      </p:sp>
      <p:sp>
        <p:nvSpPr>
          <p:cNvPr id="9" name="Diamond 8">
            <a:extLst>
              <a:ext uri="{FF2B5EF4-FFF2-40B4-BE49-F238E27FC236}">
                <a16:creationId xmlns:a16="http://schemas.microsoft.com/office/drawing/2014/main" id="{77B4833B-BD42-3291-1F56-43FE90A3B014}"/>
              </a:ext>
            </a:extLst>
          </p:cNvPr>
          <p:cNvSpPr/>
          <p:nvPr/>
        </p:nvSpPr>
        <p:spPr>
          <a:xfrm>
            <a:off x="6169685" y="1381278"/>
            <a:ext cx="2160701" cy="2047722"/>
          </a:xfrm>
          <a:prstGeom prst="diamond">
            <a:avLst/>
          </a:prstGeom>
          <a:ln>
            <a:solidFill>
              <a:srgbClr val="22336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Cambria Math" panose="02040503050406030204" pitchFamily="18" charset="0"/>
                <a:ea typeface="Cambria Math" panose="02040503050406030204" pitchFamily="18" charset="0"/>
              </a:rPr>
              <a:t>If the current moist&lt; threshold value</a:t>
            </a:r>
          </a:p>
        </p:txBody>
      </p:sp>
      <p:sp>
        <p:nvSpPr>
          <p:cNvPr id="10" name="Rectangle 9">
            <a:extLst>
              <a:ext uri="{FF2B5EF4-FFF2-40B4-BE49-F238E27FC236}">
                <a16:creationId xmlns:a16="http://schemas.microsoft.com/office/drawing/2014/main" id="{54C2BB56-33E3-8BCA-46C6-CD1520A74409}"/>
              </a:ext>
            </a:extLst>
          </p:cNvPr>
          <p:cNvSpPr/>
          <p:nvPr/>
        </p:nvSpPr>
        <p:spPr>
          <a:xfrm>
            <a:off x="6520526" y="3897768"/>
            <a:ext cx="1401068" cy="424832"/>
          </a:xfrm>
          <a:prstGeom prst="rect">
            <a:avLst/>
          </a:prstGeom>
          <a:ln>
            <a:solidFill>
              <a:srgbClr val="22336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Cambria Math" panose="02040503050406030204" pitchFamily="18" charset="0"/>
                <a:ea typeface="Cambria Math" panose="02040503050406030204" pitchFamily="18" charset="0"/>
              </a:rPr>
              <a:t>Motor on</a:t>
            </a:r>
          </a:p>
        </p:txBody>
      </p:sp>
      <p:sp>
        <p:nvSpPr>
          <p:cNvPr id="12" name="Rectangle 11">
            <a:extLst>
              <a:ext uri="{FF2B5EF4-FFF2-40B4-BE49-F238E27FC236}">
                <a16:creationId xmlns:a16="http://schemas.microsoft.com/office/drawing/2014/main" id="{1C96F56B-3FDD-AD01-8D47-5981126C93D7}"/>
              </a:ext>
            </a:extLst>
          </p:cNvPr>
          <p:cNvSpPr/>
          <p:nvPr/>
        </p:nvSpPr>
        <p:spPr>
          <a:xfrm>
            <a:off x="5859849" y="4804844"/>
            <a:ext cx="2780370" cy="414275"/>
          </a:xfrm>
          <a:prstGeom prst="rect">
            <a:avLst/>
          </a:prstGeom>
          <a:ln>
            <a:solidFill>
              <a:srgbClr val="22336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Cambria Math" panose="02040503050406030204" pitchFamily="18" charset="0"/>
                <a:ea typeface="Cambria Math" panose="02040503050406030204" pitchFamily="18" charset="0"/>
              </a:rPr>
              <a:t>Wait for sometime</a:t>
            </a:r>
          </a:p>
        </p:txBody>
      </p:sp>
      <p:sp>
        <p:nvSpPr>
          <p:cNvPr id="13" name="Rectangle 12">
            <a:extLst>
              <a:ext uri="{FF2B5EF4-FFF2-40B4-BE49-F238E27FC236}">
                <a16:creationId xmlns:a16="http://schemas.microsoft.com/office/drawing/2014/main" id="{E9582EE3-C59A-0DD2-D571-E509C0DD1AE8}"/>
              </a:ext>
            </a:extLst>
          </p:cNvPr>
          <p:cNvSpPr/>
          <p:nvPr/>
        </p:nvSpPr>
        <p:spPr>
          <a:xfrm>
            <a:off x="9070847" y="2146379"/>
            <a:ext cx="1401068" cy="424832"/>
          </a:xfrm>
          <a:prstGeom prst="rect">
            <a:avLst/>
          </a:prstGeom>
          <a:ln>
            <a:solidFill>
              <a:srgbClr val="22336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Cambria Math" panose="02040503050406030204" pitchFamily="18" charset="0"/>
                <a:ea typeface="Cambria Math" panose="02040503050406030204" pitchFamily="18" charset="0"/>
              </a:rPr>
              <a:t>Motor off</a:t>
            </a:r>
          </a:p>
        </p:txBody>
      </p:sp>
      <p:sp>
        <p:nvSpPr>
          <p:cNvPr id="14" name="Arrow: Up 13">
            <a:extLst>
              <a:ext uri="{FF2B5EF4-FFF2-40B4-BE49-F238E27FC236}">
                <a16:creationId xmlns:a16="http://schemas.microsoft.com/office/drawing/2014/main" id="{DFDBA313-3C98-8EED-38AE-B0445A3D7438}"/>
              </a:ext>
            </a:extLst>
          </p:cNvPr>
          <p:cNvSpPr/>
          <p:nvPr/>
        </p:nvSpPr>
        <p:spPr>
          <a:xfrm rot="10800000">
            <a:off x="2910783" y="1776286"/>
            <a:ext cx="102888" cy="461663"/>
          </a:xfrm>
          <a:prstGeom prst="upArrow">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IN"/>
          </a:p>
        </p:txBody>
      </p:sp>
      <p:sp>
        <p:nvSpPr>
          <p:cNvPr id="15" name="Arrow: Up 14">
            <a:extLst>
              <a:ext uri="{FF2B5EF4-FFF2-40B4-BE49-F238E27FC236}">
                <a16:creationId xmlns:a16="http://schemas.microsoft.com/office/drawing/2014/main" id="{6954495F-8BD4-0275-B3E3-1B3E2489B46F}"/>
              </a:ext>
            </a:extLst>
          </p:cNvPr>
          <p:cNvSpPr/>
          <p:nvPr/>
        </p:nvSpPr>
        <p:spPr>
          <a:xfrm rot="5400000" flipH="1">
            <a:off x="1065308" y="3543347"/>
            <a:ext cx="109222" cy="877200"/>
          </a:xfrm>
          <a:prstGeom prst="upArrow">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IN"/>
          </a:p>
        </p:txBody>
      </p:sp>
      <p:sp>
        <p:nvSpPr>
          <p:cNvPr id="16" name="Arrow: Up 15">
            <a:extLst>
              <a:ext uri="{FF2B5EF4-FFF2-40B4-BE49-F238E27FC236}">
                <a16:creationId xmlns:a16="http://schemas.microsoft.com/office/drawing/2014/main" id="{BA573AF0-4434-7EE6-8BD7-C0B474C76F0A}"/>
              </a:ext>
            </a:extLst>
          </p:cNvPr>
          <p:cNvSpPr/>
          <p:nvPr/>
        </p:nvSpPr>
        <p:spPr>
          <a:xfrm rot="10800000">
            <a:off x="2905018" y="2939975"/>
            <a:ext cx="102888" cy="461663"/>
          </a:xfrm>
          <a:prstGeom prst="upArrow">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IN"/>
          </a:p>
        </p:txBody>
      </p:sp>
      <p:sp>
        <p:nvSpPr>
          <p:cNvPr id="17" name="Arrow: Up 16">
            <a:extLst>
              <a:ext uri="{FF2B5EF4-FFF2-40B4-BE49-F238E27FC236}">
                <a16:creationId xmlns:a16="http://schemas.microsoft.com/office/drawing/2014/main" id="{D0EB635C-A377-36CD-9D53-7EF719843038}"/>
              </a:ext>
            </a:extLst>
          </p:cNvPr>
          <p:cNvSpPr/>
          <p:nvPr/>
        </p:nvSpPr>
        <p:spPr>
          <a:xfrm rot="10800000">
            <a:off x="2910934" y="4262183"/>
            <a:ext cx="102888" cy="461663"/>
          </a:xfrm>
          <a:prstGeom prst="upArrow">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IN"/>
          </a:p>
        </p:txBody>
      </p:sp>
      <p:sp>
        <p:nvSpPr>
          <p:cNvPr id="18" name="Arrow: Up 17">
            <a:extLst>
              <a:ext uri="{FF2B5EF4-FFF2-40B4-BE49-F238E27FC236}">
                <a16:creationId xmlns:a16="http://schemas.microsoft.com/office/drawing/2014/main" id="{31020B50-3FE9-8015-0290-1844C919BFA1}"/>
              </a:ext>
            </a:extLst>
          </p:cNvPr>
          <p:cNvSpPr/>
          <p:nvPr/>
        </p:nvSpPr>
        <p:spPr>
          <a:xfrm rot="10800000">
            <a:off x="7198591" y="3438678"/>
            <a:ext cx="102888" cy="461663"/>
          </a:xfrm>
          <a:prstGeom prst="upArrow">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IN"/>
          </a:p>
        </p:txBody>
      </p:sp>
      <p:sp>
        <p:nvSpPr>
          <p:cNvPr id="19" name="Arrow: Up 18">
            <a:extLst>
              <a:ext uri="{FF2B5EF4-FFF2-40B4-BE49-F238E27FC236}">
                <a16:creationId xmlns:a16="http://schemas.microsoft.com/office/drawing/2014/main" id="{5A7225B3-6710-FBF4-ADF5-227E0CDCC32C}"/>
              </a:ext>
            </a:extLst>
          </p:cNvPr>
          <p:cNvSpPr/>
          <p:nvPr/>
        </p:nvSpPr>
        <p:spPr>
          <a:xfrm rot="10800000">
            <a:off x="2922114" y="5312546"/>
            <a:ext cx="102888" cy="461663"/>
          </a:xfrm>
          <a:prstGeom prst="upArrow">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IN"/>
          </a:p>
        </p:txBody>
      </p:sp>
      <p:sp>
        <p:nvSpPr>
          <p:cNvPr id="22" name="Arrow: Up 21">
            <a:extLst>
              <a:ext uri="{FF2B5EF4-FFF2-40B4-BE49-F238E27FC236}">
                <a16:creationId xmlns:a16="http://schemas.microsoft.com/office/drawing/2014/main" id="{8894EEF0-C52B-06AA-5E04-9B43177E53D5}"/>
              </a:ext>
            </a:extLst>
          </p:cNvPr>
          <p:cNvSpPr/>
          <p:nvPr/>
        </p:nvSpPr>
        <p:spPr>
          <a:xfrm rot="5400000">
            <a:off x="3903032" y="4750013"/>
            <a:ext cx="64589" cy="1983804"/>
          </a:xfrm>
          <a:prstGeom prst="upArrow">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IN"/>
          </a:p>
        </p:txBody>
      </p:sp>
      <p:sp>
        <p:nvSpPr>
          <p:cNvPr id="23" name="Arrow: Up 22">
            <a:extLst>
              <a:ext uri="{FF2B5EF4-FFF2-40B4-BE49-F238E27FC236}">
                <a16:creationId xmlns:a16="http://schemas.microsoft.com/office/drawing/2014/main" id="{787F277E-53DA-BF69-392F-55ACE15F7EB0}"/>
              </a:ext>
            </a:extLst>
          </p:cNvPr>
          <p:cNvSpPr/>
          <p:nvPr/>
        </p:nvSpPr>
        <p:spPr>
          <a:xfrm>
            <a:off x="4875863" y="2378144"/>
            <a:ext cx="95079" cy="3396066"/>
          </a:xfrm>
          <a:prstGeom prst="upArrow">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IN"/>
          </a:p>
        </p:txBody>
      </p:sp>
      <p:sp>
        <p:nvSpPr>
          <p:cNvPr id="24" name="Arrow: Up 23">
            <a:extLst>
              <a:ext uri="{FF2B5EF4-FFF2-40B4-BE49-F238E27FC236}">
                <a16:creationId xmlns:a16="http://schemas.microsoft.com/office/drawing/2014/main" id="{6C4DFABE-23C6-21D5-EE06-C5FDA5DE0701}"/>
              </a:ext>
            </a:extLst>
          </p:cNvPr>
          <p:cNvSpPr/>
          <p:nvPr/>
        </p:nvSpPr>
        <p:spPr>
          <a:xfrm rot="5400000" flipH="1">
            <a:off x="5505578" y="1781039"/>
            <a:ext cx="101102" cy="1265455"/>
          </a:xfrm>
          <a:prstGeom prst="upArrow">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IN"/>
          </a:p>
        </p:txBody>
      </p:sp>
      <p:sp>
        <p:nvSpPr>
          <p:cNvPr id="25" name="Arrow: Up 24">
            <a:extLst>
              <a:ext uri="{FF2B5EF4-FFF2-40B4-BE49-F238E27FC236}">
                <a16:creationId xmlns:a16="http://schemas.microsoft.com/office/drawing/2014/main" id="{7B539685-B2C6-3390-CD64-72ED8A2E0927}"/>
              </a:ext>
            </a:extLst>
          </p:cNvPr>
          <p:cNvSpPr/>
          <p:nvPr/>
        </p:nvSpPr>
        <p:spPr>
          <a:xfrm flipH="1">
            <a:off x="641795" y="3942258"/>
            <a:ext cx="102889" cy="2185166"/>
          </a:xfrm>
          <a:prstGeom prst="upArrow">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IN"/>
          </a:p>
        </p:txBody>
      </p:sp>
      <p:sp>
        <p:nvSpPr>
          <p:cNvPr id="26" name="Arrow: Up 25">
            <a:extLst>
              <a:ext uri="{FF2B5EF4-FFF2-40B4-BE49-F238E27FC236}">
                <a16:creationId xmlns:a16="http://schemas.microsoft.com/office/drawing/2014/main" id="{CF5A5618-4EAC-B830-8E3C-F579BECFE1B4}"/>
              </a:ext>
            </a:extLst>
          </p:cNvPr>
          <p:cNvSpPr/>
          <p:nvPr/>
        </p:nvSpPr>
        <p:spPr>
          <a:xfrm rot="10800000" flipH="1">
            <a:off x="7207324" y="4319396"/>
            <a:ext cx="103210" cy="470499"/>
          </a:xfrm>
          <a:prstGeom prst="upArrow">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IN"/>
          </a:p>
        </p:txBody>
      </p:sp>
      <p:sp>
        <p:nvSpPr>
          <p:cNvPr id="27" name="Rectangle 26">
            <a:extLst>
              <a:ext uri="{FF2B5EF4-FFF2-40B4-BE49-F238E27FC236}">
                <a16:creationId xmlns:a16="http://schemas.microsoft.com/office/drawing/2014/main" id="{B4B73631-726C-B651-9AE7-3F5BCBCFC4AA}"/>
              </a:ext>
            </a:extLst>
          </p:cNvPr>
          <p:cNvSpPr/>
          <p:nvPr/>
        </p:nvSpPr>
        <p:spPr>
          <a:xfrm>
            <a:off x="655955" y="6081705"/>
            <a:ext cx="6645524" cy="45719"/>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IN"/>
          </a:p>
        </p:txBody>
      </p:sp>
      <p:sp>
        <p:nvSpPr>
          <p:cNvPr id="29" name="Rectangle 28">
            <a:extLst>
              <a:ext uri="{FF2B5EF4-FFF2-40B4-BE49-F238E27FC236}">
                <a16:creationId xmlns:a16="http://schemas.microsoft.com/office/drawing/2014/main" id="{02944054-9158-4A1B-05BB-B901898E96D4}"/>
              </a:ext>
            </a:extLst>
          </p:cNvPr>
          <p:cNvSpPr/>
          <p:nvPr/>
        </p:nvSpPr>
        <p:spPr>
          <a:xfrm flipH="1">
            <a:off x="7277615" y="5234066"/>
            <a:ext cx="45719" cy="893357"/>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IN"/>
          </a:p>
        </p:txBody>
      </p:sp>
      <p:sp>
        <p:nvSpPr>
          <p:cNvPr id="30" name="Arrow: Up 29">
            <a:extLst>
              <a:ext uri="{FF2B5EF4-FFF2-40B4-BE49-F238E27FC236}">
                <a16:creationId xmlns:a16="http://schemas.microsoft.com/office/drawing/2014/main" id="{2BA53BCB-84A0-6A6A-5B79-6A0A63D8C968}"/>
              </a:ext>
            </a:extLst>
          </p:cNvPr>
          <p:cNvSpPr/>
          <p:nvPr/>
        </p:nvSpPr>
        <p:spPr>
          <a:xfrm rot="5400000" flipH="1">
            <a:off x="8659907" y="2038399"/>
            <a:ext cx="74438" cy="733480"/>
          </a:xfrm>
          <a:prstGeom prst="upArrow">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1074219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5044F7-BD97-2FDE-4E33-A565BCF0EFEC}"/>
              </a:ext>
            </a:extLst>
          </p:cNvPr>
          <p:cNvSpPr>
            <a:spLocks noGrp="1"/>
          </p:cNvSpPr>
          <p:nvPr>
            <p:ph type="title"/>
          </p:nvPr>
        </p:nvSpPr>
        <p:spPr>
          <a:xfrm>
            <a:off x="914399" y="537211"/>
            <a:ext cx="7534656" cy="914400"/>
          </a:xfrm>
        </p:spPr>
        <p:txBody>
          <a:bodyPr/>
          <a:lstStyle/>
          <a:p>
            <a:r>
              <a:rPr lang="en-US" dirty="0">
                <a:solidFill>
                  <a:schemeClr val="accent6">
                    <a:lumMod val="10000"/>
                  </a:schemeClr>
                </a:solidFill>
                <a:latin typeface="Cambria Math" panose="02040503050406030204" pitchFamily="18" charset="0"/>
                <a:ea typeface="Cambria Math" panose="02040503050406030204" pitchFamily="18" charset="0"/>
              </a:rPr>
              <a:t>HARDWARE AND SOFTWARE REQUIREMENTS</a:t>
            </a:r>
          </a:p>
        </p:txBody>
      </p:sp>
      <p:sp>
        <p:nvSpPr>
          <p:cNvPr id="3" name="Content Placeholder 2">
            <a:extLst>
              <a:ext uri="{FF2B5EF4-FFF2-40B4-BE49-F238E27FC236}">
                <a16:creationId xmlns:a16="http://schemas.microsoft.com/office/drawing/2014/main" id="{DE597F60-88E2-C430-D52B-6604405AD55C}"/>
              </a:ext>
            </a:extLst>
          </p:cNvPr>
          <p:cNvSpPr>
            <a:spLocks noGrp="1"/>
          </p:cNvSpPr>
          <p:nvPr>
            <p:ph sz="quarter" idx="12"/>
          </p:nvPr>
        </p:nvSpPr>
        <p:spPr>
          <a:xfrm>
            <a:off x="914399" y="2039111"/>
            <a:ext cx="5650992" cy="3904488"/>
          </a:xfrm>
        </p:spPr>
        <p:txBody>
          <a:bodyPr>
            <a:normAutofit/>
          </a:bodyPr>
          <a:lstStyle/>
          <a:p>
            <a:pPr algn="l"/>
            <a:r>
              <a:rPr lang="en-US" sz="2900" i="0" u="sng"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Hardware Requirements:</a:t>
            </a:r>
          </a:p>
          <a:p>
            <a:pPr algn="l">
              <a:buFont typeface="+mj-lt"/>
              <a:buAutoNum type="arabicPeriod"/>
            </a:pPr>
            <a:r>
              <a:rPr lang="en-US" sz="2800" i="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Arduino UNO</a:t>
            </a:r>
          </a:p>
          <a:p>
            <a:pPr algn="l">
              <a:buFont typeface="+mj-lt"/>
              <a:buAutoNum type="arabicPeriod"/>
            </a:pPr>
            <a:r>
              <a:rPr lang="en-US" sz="2800" i="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Sensors</a:t>
            </a:r>
          </a:p>
          <a:p>
            <a:pPr algn="l">
              <a:buFont typeface="+mj-lt"/>
              <a:buAutoNum type="arabicPeriod"/>
            </a:pPr>
            <a:r>
              <a:rPr lang="en-US" sz="2800" i="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Actuators</a:t>
            </a:r>
          </a:p>
          <a:p>
            <a:pPr algn="l">
              <a:buFont typeface="+mj-lt"/>
              <a:buAutoNum type="arabicPeriod"/>
            </a:pPr>
            <a:r>
              <a:rPr lang="en-US" sz="2800" i="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Display (optional)</a:t>
            </a:r>
          </a:p>
          <a:p>
            <a:pPr algn="l">
              <a:buFont typeface="+mj-lt"/>
              <a:buAutoNum type="arabicPeriod"/>
            </a:pPr>
            <a:r>
              <a:rPr lang="en-US" sz="2800" i="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Power Supply</a:t>
            </a:r>
          </a:p>
          <a:p>
            <a:pPr algn="l"/>
            <a:endParaRPr lang="en-US" sz="2800" i="0" dirty="0">
              <a:solidFill>
                <a:srgbClr val="0D0D0D"/>
              </a:solidFill>
              <a:effectLst/>
              <a:latin typeface="Calibri" panose="020F0502020204030204" pitchFamily="34" charset="0"/>
              <a:ea typeface="Calibri" panose="020F0502020204030204" pitchFamily="34" charset="0"/>
              <a:cs typeface="Calibri" panose="020F0502020204030204" pitchFamily="34" charset="0"/>
            </a:endParaRPr>
          </a:p>
          <a:p>
            <a:pPr algn="l"/>
            <a:endParaRPr lang="en-US" sz="2800" dirty="0">
              <a:latin typeface="Calibri" panose="020F0502020204030204" pitchFamily="34" charset="0"/>
              <a:ea typeface="Calibri" panose="020F0502020204030204" pitchFamily="34" charset="0"/>
              <a:cs typeface="Calibri" panose="020F0502020204030204" pitchFamily="34" charset="0"/>
            </a:endParaRPr>
          </a:p>
        </p:txBody>
      </p:sp>
      <p:pic>
        <p:nvPicPr>
          <p:cNvPr id="15" name="Picture Placeholder 14" descr="A person in an apron holding a computer">
            <a:extLst>
              <a:ext uri="{FF2B5EF4-FFF2-40B4-BE49-F238E27FC236}">
                <a16:creationId xmlns:a16="http://schemas.microsoft.com/office/drawing/2014/main" id="{48869757-F643-C013-26AA-3DDE95080099}"/>
              </a:ext>
            </a:extLst>
          </p:cNvPr>
          <p:cNvPicPr>
            <a:picLocks noGrp="1" noChangeAspect="1"/>
          </p:cNvPicPr>
          <p:nvPr>
            <p:ph type="pic" sz="quarter" idx="10"/>
          </p:nvPr>
        </p:nvPicPr>
        <p:blipFill>
          <a:blip r:embed="rId3"/>
          <a:srcRect l="331" r="331"/>
          <a:stretch/>
        </p:blipFill>
        <p:spPr>
          <a:xfrm>
            <a:off x="7623125" y="-20757"/>
            <a:ext cx="4589511" cy="6555026"/>
          </a:xfrm>
        </p:spPr>
      </p:pic>
      <p:sp>
        <p:nvSpPr>
          <p:cNvPr id="2" name="Rectangle 1">
            <a:extLst>
              <a:ext uri="{FF2B5EF4-FFF2-40B4-BE49-F238E27FC236}">
                <a16:creationId xmlns:a16="http://schemas.microsoft.com/office/drawing/2014/main" id="{42DEC726-32CC-C4E0-DF03-FDB8697A9C23}"/>
              </a:ext>
            </a:extLst>
          </p:cNvPr>
          <p:cNvSpPr/>
          <p:nvPr/>
        </p:nvSpPr>
        <p:spPr>
          <a:xfrm>
            <a:off x="850132" y="416308"/>
            <a:ext cx="5779525" cy="58994"/>
          </a:xfrm>
          <a:prstGeom prst="rect">
            <a:avLst/>
          </a:prstGeom>
          <a:solidFill>
            <a:schemeClr val="accent1">
              <a:lumMod val="10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187C39D4-728A-979E-0311-8793961E8DD9}"/>
              </a:ext>
            </a:extLst>
          </p:cNvPr>
          <p:cNvSpPr/>
          <p:nvPr/>
        </p:nvSpPr>
        <p:spPr>
          <a:xfrm>
            <a:off x="190745" y="1415478"/>
            <a:ext cx="5779525" cy="58994"/>
          </a:xfrm>
          <a:prstGeom prst="rect">
            <a:avLst/>
          </a:prstGeom>
          <a:solidFill>
            <a:schemeClr val="accent1">
              <a:lumMod val="10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82698290"/>
      </p:ext>
    </p:extLst>
  </p:cSld>
  <p:clrMapOvr>
    <a:masterClrMapping/>
  </p:clrMapOvr>
  <mc:AlternateContent xmlns:mc="http://schemas.openxmlformats.org/markup-compatibility/2006" xmlns:p14="http://schemas.microsoft.com/office/powerpoint/2010/main">
    <mc:Choice Requires="p14">
      <p:transition spd="slow" p14:dur="3400">
        <p14:reveal dir="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5044F7-BD97-2FDE-4E33-A565BCF0EFEC}"/>
              </a:ext>
            </a:extLst>
          </p:cNvPr>
          <p:cNvSpPr>
            <a:spLocks noGrp="1"/>
          </p:cNvSpPr>
          <p:nvPr>
            <p:ph type="title"/>
          </p:nvPr>
        </p:nvSpPr>
        <p:spPr>
          <a:xfrm>
            <a:off x="914399" y="537211"/>
            <a:ext cx="7534656" cy="914400"/>
          </a:xfrm>
        </p:spPr>
        <p:txBody>
          <a:bodyPr/>
          <a:lstStyle/>
          <a:p>
            <a:r>
              <a:rPr lang="en-US" dirty="0">
                <a:solidFill>
                  <a:schemeClr val="accent6">
                    <a:lumMod val="10000"/>
                  </a:schemeClr>
                </a:solidFill>
                <a:latin typeface="Cambria Math" panose="02040503050406030204" pitchFamily="18" charset="0"/>
                <a:ea typeface="Cambria Math" panose="02040503050406030204" pitchFamily="18" charset="0"/>
              </a:rPr>
              <a:t>HARDWARE AND SOFTWARE REQUIREMENTS</a:t>
            </a:r>
          </a:p>
        </p:txBody>
      </p:sp>
      <p:sp>
        <p:nvSpPr>
          <p:cNvPr id="3" name="Content Placeholder 2">
            <a:extLst>
              <a:ext uri="{FF2B5EF4-FFF2-40B4-BE49-F238E27FC236}">
                <a16:creationId xmlns:a16="http://schemas.microsoft.com/office/drawing/2014/main" id="{DE597F60-88E2-C430-D52B-6604405AD55C}"/>
              </a:ext>
            </a:extLst>
          </p:cNvPr>
          <p:cNvSpPr>
            <a:spLocks noGrp="1"/>
          </p:cNvSpPr>
          <p:nvPr>
            <p:ph sz="quarter" idx="12"/>
          </p:nvPr>
        </p:nvSpPr>
        <p:spPr>
          <a:xfrm>
            <a:off x="914399" y="2039111"/>
            <a:ext cx="5650992" cy="3904488"/>
          </a:xfrm>
        </p:spPr>
        <p:txBody>
          <a:bodyPr>
            <a:normAutofit/>
          </a:bodyPr>
          <a:lstStyle/>
          <a:p>
            <a:pPr algn="l"/>
            <a:r>
              <a:rPr lang="en-US" sz="2900" u="sng" dirty="0">
                <a:solidFill>
                  <a:srgbClr val="0D0D0D"/>
                </a:solidFill>
                <a:latin typeface="Calibri" panose="020F0502020204030204" pitchFamily="34" charset="0"/>
                <a:ea typeface="Calibri" panose="020F0502020204030204" pitchFamily="34" charset="0"/>
                <a:cs typeface="Calibri" panose="020F0502020204030204" pitchFamily="34" charset="0"/>
              </a:rPr>
              <a:t>Software</a:t>
            </a:r>
            <a:r>
              <a:rPr lang="en-US" sz="2900" i="0" u="sng"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 Requirements:</a:t>
            </a:r>
          </a:p>
          <a:p>
            <a:pPr algn="l">
              <a:buFont typeface="+mj-lt"/>
              <a:buAutoNum type="arabicPeriod"/>
            </a:pPr>
            <a:r>
              <a:rPr lang="en-US" sz="2800" i="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Arduino IDE</a:t>
            </a:r>
          </a:p>
          <a:p>
            <a:pPr algn="l">
              <a:buFont typeface="+mj-lt"/>
              <a:buAutoNum type="arabicPeriod"/>
            </a:pPr>
            <a:r>
              <a:rPr lang="en-US" sz="2800" i="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Control Algorithm</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pic>
        <p:nvPicPr>
          <p:cNvPr id="15" name="Picture Placeholder 14" descr="A person in an apron holding a computer">
            <a:extLst>
              <a:ext uri="{FF2B5EF4-FFF2-40B4-BE49-F238E27FC236}">
                <a16:creationId xmlns:a16="http://schemas.microsoft.com/office/drawing/2014/main" id="{48869757-F643-C013-26AA-3DDE95080099}"/>
              </a:ext>
            </a:extLst>
          </p:cNvPr>
          <p:cNvPicPr>
            <a:picLocks noGrp="1" noChangeAspect="1"/>
          </p:cNvPicPr>
          <p:nvPr>
            <p:ph type="pic" sz="quarter" idx="10"/>
          </p:nvPr>
        </p:nvPicPr>
        <p:blipFill>
          <a:blip r:embed="rId3"/>
          <a:srcRect l="331" r="331"/>
          <a:stretch/>
        </p:blipFill>
        <p:spPr>
          <a:xfrm>
            <a:off x="7623125" y="-20757"/>
            <a:ext cx="4589511" cy="6555026"/>
          </a:xfrm>
        </p:spPr>
      </p:pic>
      <p:sp>
        <p:nvSpPr>
          <p:cNvPr id="2" name="Rectangle 1">
            <a:extLst>
              <a:ext uri="{FF2B5EF4-FFF2-40B4-BE49-F238E27FC236}">
                <a16:creationId xmlns:a16="http://schemas.microsoft.com/office/drawing/2014/main" id="{42DEC726-32CC-C4E0-DF03-FDB8697A9C23}"/>
              </a:ext>
            </a:extLst>
          </p:cNvPr>
          <p:cNvSpPr/>
          <p:nvPr/>
        </p:nvSpPr>
        <p:spPr>
          <a:xfrm>
            <a:off x="850132" y="416308"/>
            <a:ext cx="5779525" cy="58994"/>
          </a:xfrm>
          <a:prstGeom prst="rect">
            <a:avLst/>
          </a:prstGeom>
          <a:solidFill>
            <a:schemeClr val="accent1">
              <a:lumMod val="10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187C39D4-728A-979E-0311-8793961E8DD9}"/>
              </a:ext>
            </a:extLst>
          </p:cNvPr>
          <p:cNvSpPr/>
          <p:nvPr/>
        </p:nvSpPr>
        <p:spPr>
          <a:xfrm>
            <a:off x="167885" y="1451611"/>
            <a:ext cx="5779525" cy="58994"/>
          </a:xfrm>
          <a:prstGeom prst="rect">
            <a:avLst/>
          </a:prstGeom>
          <a:solidFill>
            <a:schemeClr val="accent1">
              <a:lumMod val="10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45340177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49404F1-8E94-7D3D-71E2-A1A4B7CBCB4A}"/>
              </a:ext>
            </a:extLst>
          </p:cNvPr>
          <p:cNvSpPr>
            <a:spLocks noGrp="1"/>
          </p:cNvSpPr>
          <p:nvPr>
            <p:ph type="title"/>
          </p:nvPr>
        </p:nvSpPr>
        <p:spPr>
          <a:xfrm>
            <a:off x="971550" y="148589"/>
            <a:ext cx="6766560" cy="573787"/>
          </a:xfrm>
        </p:spPr>
        <p:txBody>
          <a:bodyPr/>
          <a:lstStyle/>
          <a:p>
            <a:r>
              <a:rPr lang="en-US" dirty="0">
                <a:solidFill>
                  <a:schemeClr val="accent6">
                    <a:lumMod val="10000"/>
                  </a:schemeClr>
                </a:solidFill>
                <a:latin typeface="Cambria Math" panose="02040503050406030204" pitchFamily="18" charset="0"/>
                <a:ea typeface="Cambria Math" panose="02040503050406030204" pitchFamily="18" charset="0"/>
              </a:rPr>
              <a:t>Literature Survey</a:t>
            </a:r>
          </a:p>
        </p:txBody>
      </p:sp>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10</a:t>
            </a:fld>
            <a:endParaRPr lang="en-US" dirty="0"/>
          </a:p>
        </p:txBody>
      </p:sp>
      <p:graphicFrame>
        <p:nvGraphicFramePr>
          <p:cNvPr id="3" name="Table 2">
            <a:extLst>
              <a:ext uri="{FF2B5EF4-FFF2-40B4-BE49-F238E27FC236}">
                <a16:creationId xmlns:a16="http://schemas.microsoft.com/office/drawing/2014/main" id="{31857CD2-9737-9A52-1FA9-4B42216B6214}"/>
              </a:ext>
            </a:extLst>
          </p:cNvPr>
          <p:cNvGraphicFramePr>
            <a:graphicFrameLocks noGrp="1"/>
          </p:cNvGraphicFramePr>
          <p:nvPr/>
        </p:nvGraphicFramePr>
        <p:xfrm>
          <a:off x="483870" y="1173377"/>
          <a:ext cx="11417850" cy="5470762"/>
        </p:xfrm>
        <a:graphic>
          <a:graphicData uri="http://schemas.openxmlformats.org/drawingml/2006/table">
            <a:tbl>
              <a:tblPr firstRow="1" bandRow="1">
                <a:tableStyleId>{5DA37D80-6434-44D0-A028-1B22A696006F}</a:tableStyleId>
              </a:tblPr>
              <a:tblGrid>
                <a:gridCol w="483235">
                  <a:extLst>
                    <a:ext uri="{9D8B030D-6E8A-4147-A177-3AD203B41FA5}">
                      <a16:colId xmlns:a16="http://schemas.microsoft.com/office/drawing/2014/main" val="959437539"/>
                    </a:ext>
                  </a:extLst>
                </a:gridCol>
                <a:gridCol w="3125852">
                  <a:extLst>
                    <a:ext uri="{9D8B030D-6E8A-4147-A177-3AD203B41FA5}">
                      <a16:colId xmlns:a16="http://schemas.microsoft.com/office/drawing/2014/main" val="2485248841"/>
                    </a:ext>
                  </a:extLst>
                </a:gridCol>
                <a:gridCol w="2843416">
                  <a:extLst>
                    <a:ext uri="{9D8B030D-6E8A-4147-A177-3AD203B41FA5}">
                      <a16:colId xmlns:a16="http://schemas.microsoft.com/office/drawing/2014/main" val="288400059"/>
                    </a:ext>
                  </a:extLst>
                </a:gridCol>
                <a:gridCol w="4965347">
                  <a:extLst>
                    <a:ext uri="{9D8B030D-6E8A-4147-A177-3AD203B41FA5}">
                      <a16:colId xmlns:a16="http://schemas.microsoft.com/office/drawing/2014/main" val="618094173"/>
                    </a:ext>
                  </a:extLst>
                </a:gridCol>
              </a:tblGrid>
              <a:tr h="756006">
                <a:tc>
                  <a:txBody>
                    <a:bodyPr/>
                    <a:lstStyle/>
                    <a:p>
                      <a:r>
                        <a:rPr lang="en-IN" sz="20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Sr.</a:t>
                      </a:r>
                    </a:p>
                  </a:txBody>
                  <a:tcPr/>
                </a:tc>
                <a:tc>
                  <a:txBody>
                    <a:bodyPr/>
                    <a:lstStyle/>
                    <a:p>
                      <a:r>
                        <a:rPr lang="en-IN" sz="20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Title of Paper</a:t>
                      </a:r>
                    </a:p>
                  </a:txBody>
                  <a:tcPr/>
                </a:tc>
                <a:tc>
                  <a:txBody>
                    <a:bodyPr/>
                    <a:lstStyle/>
                    <a:p>
                      <a:r>
                        <a:rPr lang="en-IN" sz="20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Author Name</a:t>
                      </a:r>
                    </a:p>
                  </a:txBody>
                  <a:tcPr/>
                </a:tc>
                <a:tc>
                  <a:txBody>
                    <a:bodyPr/>
                    <a:lstStyle/>
                    <a:p>
                      <a:r>
                        <a:rPr lang="en-IN" sz="20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Major Observations</a:t>
                      </a:r>
                    </a:p>
                  </a:txBody>
                  <a:tcPr/>
                </a:tc>
                <a:extLst>
                  <a:ext uri="{0D108BD9-81ED-4DB2-BD59-A6C34878D82A}">
                    <a16:rowId xmlns:a16="http://schemas.microsoft.com/office/drawing/2014/main" val="1812904301"/>
                  </a:ext>
                </a:extLst>
              </a:tr>
              <a:tr h="1275224">
                <a:tc>
                  <a:txBody>
                    <a:bodyPr/>
                    <a:lstStyle/>
                    <a:p>
                      <a:r>
                        <a:rPr lang="en-IN" sz="20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sym typeface="+mn-ea"/>
                        </a:rPr>
                        <a:t>The Smart Irrigation System Using IOT</a:t>
                      </a:r>
                      <a:endParaRPr lang="en-US" sz="20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endParaRPr>
                    </a:p>
                    <a:p>
                      <a:endParaRPr lang="en-IN" sz="20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sz="20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Dr. C. K. Gomathy, Mr. A. </a:t>
                      </a:r>
                      <a:r>
                        <a:rPr lang="en-US" sz="2000" dirty="0" err="1">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Vamsikumar</a:t>
                      </a:r>
                      <a:r>
                        <a:rPr lang="en-US" sz="20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 Mr. B. Karthik, Mr. A. </a:t>
                      </a:r>
                      <a:r>
                        <a:rPr lang="en-US" sz="2000" dirty="0" err="1">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Purushothamreddy</a:t>
                      </a:r>
                      <a:r>
                        <a:rPr lang="en-US" sz="20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 </a:t>
                      </a:r>
                      <a:endParaRPr lang="en-IN" sz="20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The study include the efficient use of water resources.</a:t>
                      </a:r>
                    </a:p>
                    <a:p>
                      <a:endParaRPr lang="en-IN" sz="20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579300690"/>
                  </a:ext>
                </a:extLst>
              </a:tr>
              <a:tr h="1736515">
                <a:tc>
                  <a:txBody>
                    <a:bodyPr/>
                    <a:lstStyle/>
                    <a:p>
                      <a:r>
                        <a:rPr lang="en-IN" sz="20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Arduino Based Smart Irrigation System Using IOT</a:t>
                      </a:r>
                    </a:p>
                    <a:p>
                      <a:endParaRPr lang="en-IN" sz="20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R.Nandhini</a:t>
                      </a:r>
                      <a:r>
                        <a:rPr lang="en-US" sz="20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 S. </a:t>
                      </a:r>
                      <a:r>
                        <a:rPr lang="en-US" sz="2000" dirty="0" err="1">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Poovizhi</a:t>
                      </a:r>
                      <a:r>
                        <a:rPr lang="en-US" sz="20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 Priyanka Jose, R. </a:t>
                      </a:r>
                      <a:r>
                        <a:rPr lang="en-US" sz="2000" dirty="0" err="1">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Ranjitha</a:t>
                      </a:r>
                      <a:r>
                        <a:rPr lang="en-US" sz="20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 Dr. S. Anila(2017)</a:t>
                      </a:r>
                    </a:p>
                    <a:p>
                      <a:endParaRPr lang="en-IN" sz="20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sz="20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The main obj. of the smart irrigation is to make it more innovative, user friendly, time saving &amp; more efficient</a:t>
                      </a:r>
                      <a:endParaRPr lang="en-IN" sz="20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71099817"/>
                  </a:ext>
                </a:extLst>
              </a:tr>
              <a:tr h="1667601">
                <a:tc>
                  <a:txBody>
                    <a:bodyPr/>
                    <a:lstStyle/>
                    <a:p>
                      <a:r>
                        <a:rPr lang="en-IN" sz="20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Smart Farming Using Machine Learning and Deep Learning Techniques</a:t>
                      </a:r>
                    </a:p>
                    <a:p>
                      <a:endParaRPr lang="en-IN" sz="20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Senthil Kumar Swami </a:t>
                      </a:r>
                      <a:r>
                        <a:rPr lang="en-US" sz="2000" dirty="0" err="1">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Durai</a:t>
                      </a:r>
                      <a:r>
                        <a:rPr lang="en-US" sz="20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 Mary Divya </a:t>
                      </a:r>
                      <a:r>
                        <a:rPr lang="en-US" sz="2000" dirty="0" err="1">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Shamili</a:t>
                      </a:r>
                      <a:r>
                        <a:rPr lang="en-US" sz="20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(2022)</a:t>
                      </a:r>
                    </a:p>
                    <a:p>
                      <a:endParaRPr lang="en-IN" sz="20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The aim of this work is to help an individual cultivate crops efficiently</a:t>
                      </a:r>
                    </a:p>
                    <a:p>
                      <a:endParaRPr lang="en-IN" sz="20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4263621593"/>
                  </a:ext>
                </a:extLst>
              </a:tr>
            </a:tbl>
          </a:graphicData>
        </a:graphic>
      </p:graphicFrame>
      <p:sp>
        <p:nvSpPr>
          <p:cNvPr id="4" name="Rectangle 3">
            <a:extLst>
              <a:ext uri="{FF2B5EF4-FFF2-40B4-BE49-F238E27FC236}">
                <a16:creationId xmlns:a16="http://schemas.microsoft.com/office/drawing/2014/main" id="{EE200DDD-ABCB-B260-F39C-DF61B060E42C}"/>
              </a:ext>
            </a:extLst>
          </p:cNvPr>
          <p:cNvSpPr/>
          <p:nvPr/>
        </p:nvSpPr>
        <p:spPr>
          <a:xfrm>
            <a:off x="1083564" y="137302"/>
            <a:ext cx="3724091" cy="45719"/>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IN">
              <a:ln w="0"/>
              <a:solidFill>
                <a:schemeClr val="tx1"/>
              </a:solidFill>
              <a:effectLst>
                <a:outerShdw blurRad="38100" dist="19050" dir="2700000" algn="tl" rotWithShape="0">
                  <a:schemeClr val="dk1">
                    <a:alpha val="40000"/>
                  </a:schemeClr>
                </a:outerShdw>
              </a:effectLst>
            </a:endParaRPr>
          </a:p>
        </p:txBody>
      </p:sp>
      <p:sp>
        <p:nvSpPr>
          <p:cNvPr id="5" name="Rectangle 4">
            <a:extLst>
              <a:ext uri="{FF2B5EF4-FFF2-40B4-BE49-F238E27FC236}">
                <a16:creationId xmlns:a16="http://schemas.microsoft.com/office/drawing/2014/main" id="{3A442905-8044-04A9-9B48-79026CB11D7F}"/>
              </a:ext>
            </a:extLst>
          </p:cNvPr>
          <p:cNvSpPr/>
          <p:nvPr/>
        </p:nvSpPr>
        <p:spPr>
          <a:xfrm>
            <a:off x="483870" y="746392"/>
            <a:ext cx="3724091" cy="45719"/>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IN">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85146838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4657344" y="82297"/>
            <a:ext cx="7534656" cy="914400"/>
          </a:xfrm>
        </p:spPr>
        <p:txBody>
          <a:bodyPr/>
          <a:lstStyle/>
          <a:p>
            <a:r>
              <a:rPr lang="en-US" sz="3200" dirty="0">
                <a:latin typeface="Cambria Math" panose="02040503050406030204" pitchFamily="18" charset="0"/>
                <a:ea typeface="Cambria Math" panose="02040503050406030204" pitchFamily="18" charset="0"/>
              </a:rPr>
              <a:t>CONCLUSION</a:t>
            </a:r>
            <a:endParaRPr lang="en-US" dirty="0">
              <a:latin typeface="Cambria Math" panose="02040503050406030204" pitchFamily="18" charset="0"/>
              <a:ea typeface="Cambria Math" panose="02040503050406030204" pitchFamily="18"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1146810" y="2004822"/>
            <a:ext cx="9898380" cy="3356576"/>
          </a:xfrm>
        </p:spPr>
        <p:txBody>
          <a:bodyPr/>
          <a:lstStyle/>
          <a:p>
            <a:pPr marL="0" indent="0">
              <a:lnSpc>
                <a:spcPct val="107000"/>
              </a:lnSpc>
              <a:spcAft>
                <a:spcPts val="800"/>
              </a:spcAft>
              <a:buNone/>
            </a:pPr>
            <a:r>
              <a:rPr lang="en-IN" sz="2400" kern="1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In conclusion, the smart farming project demonstrates the potential of technology to revolutionize agriculture. By integrating sensors, actuators, and data analytics, smart farming can improve agricultural productivity, reduce resource wastage, and promote sustainable farming practices. Future work could involve expanding the system to include more sensors, optimizing the machine learning algorithm, and integrating remote monitoring and control capabilities.</a:t>
            </a:r>
            <a:endParaRPr lang="en-IN" sz="2400" kern="100" dirty="0">
              <a:effectLst/>
              <a:latin typeface="Calibri" panose="020F0502020204030204" pitchFamily="34" charset="0"/>
              <a:ea typeface="Calibri" panose="020F0502020204030204" pitchFamily="34" charset="0"/>
              <a:cs typeface="Calibri" panose="020F0502020204030204" pitchFamily="34" charset="0"/>
            </a:endParaRPr>
          </a:p>
          <a:p>
            <a:pPr marL="0" indent="0">
              <a:lnSpc>
                <a:spcPct val="107000"/>
              </a:lnSpc>
              <a:spcAft>
                <a:spcPts val="800"/>
              </a:spcAft>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indent="0">
              <a:lnSpc>
                <a:spcPct val="107000"/>
              </a:lnSpc>
              <a:spcAft>
                <a:spcPts val="800"/>
              </a:spcAft>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2400" dirty="0">
              <a:latin typeface="Calibri" panose="020F0502020204030204" pitchFamily="34" charset="0"/>
              <a:ea typeface="Calibri" panose="020F0502020204030204" pitchFamily="34" charset="0"/>
              <a:cs typeface="Calibri" panose="020F0502020204030204" pitchFamily="34" charset="0"/>
            </a:endParaRPr>
          </a:p>
          <a:p>
            <a:endParaRPr lang="en-US" dirty="0"/>
          </a:p>
        </p:txBody>
      </p:sp>
      <p:sp>
        <p:nvSpPr>
          <p:cNvPr id="4" name="Rectangle 3">
            <a:extLst>
              <a:ext uri="{FF2B5EF4-FFF2-40B4-BE49-F238E27FC236}">
                <a16:creationId xmlns:a16="http://schemas.microsoft.com/office/drawing/2014/main" id="{AE9B5DB5-BCCE-6A61-E332-4E8A59E78CE4}"/>
              </a:ext>
            </a:extLst>
          </p:cNvPr>
          <p:cNvSpPr/>
          <p:nvPr/>
        </p:nvSpPr>
        <p:spPr>
          <a:xfrm flipV="1">
            <a:off x="4039769" y="950978"/>
            <a:ext cx="3161131" cy="45719"/>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IN">
              <a:ln w="0"/>
              <a:solidFill>
                <a:schemeClr val="tx1"/>
              </a:solidFill>
              <a:effectLst>
                <a:outerShdw blurRad="38100" dist="19050" dir="2700000" algn="tl" rotWithShape="0">
                  <a:schemeClr val="dk1">
                    <a:alpha val="40000"/>
                  </a:schemeClr>
                </a:outerShdw>
              </a:effectLst>
            </a:endParaRPr>
          </a:p>
        </p:txBody>
      </p:sp>
      <p:sp>
        <p:nvSpPr>
          <p:cNvPr id="5" name="Rectangle 4">
            <a:extLst>
              <a:ext uri="{FF2B5EF4-FFF2-40B4-BE49-F238E27FC236}">
                <a16:creationId xmlns:a16="http://schemas.microsoft.com/office/drawing/2014/main" id="{03BE4256-DAAF-E639-D08B-AEACC7F81E3C}"/>
              </a:ext>
            </a:extLst>
          </p:cNvPr>
          <p:cNvSpPr/>
          <p:nvPr/>
        </p:nvSpPr>
        <p:spPr>
          <a:xfrm flipV="1">
            <a:off x="4657344" y="371000"/>
            <a:ext cx="3161131" cy="45719"/>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IN">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96691322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A49C0DA-C8AE-5ECC-149A-D60ECFF8C1EB}"/>
              </a:ext>
            </a:extLst>
          </p:cNvPr>
          <p:cNvSpPr>
            <a:spLocks noGrp="1"/>
          </p:cNvSpPr>
          <p:nvPr>
            <p:ph type="title"/>
          </p:nvPr>
        </p:nvSpPr>
        <p:spPr>
          <a:xfrm>
            <a:off x="4679822" y="396351"/>
            <a:ext cx="3407664" cy="914400"/>
          </a:xfrm>
        </p:spPr>
        <p:txBody>
          <a:bodyPr/>
          <a:lstStyle/>
          <a:p>
            <a:r>
              <a:rPr lang="en-US" dirty="0">
                <a:solidFill>
                  <a:schemeClr val="accent6">
                    <a:lumMod val="10000"/>
                  </a:schemeClr>
                </a:solidFill>
                <a:latin typeface="Cambria Math" panose="02040503050406030204" pitchFamily="18" charset="0"/>
                <a:ea typeface="Cambria Math" panose="02040503050406030204" pitchFamily="18" charset="0"/>
              </a:rPr>
              <a:t>REFERENCES</a:t>
            </a:r>
            <a:br>
              <a:rPr lang="en-IN" sz="3200" dirty="0">
                <a:latin typeface="Cambria Math" panose="02040503050406030204" pitchFamily="18" charset="0"/>
                <a:ea typeface="Cambria Math" panose="02040503050406030204" pitchFamily="18" charset="0"/>
              </a:rPr>
            </a:br>
            <a:endParaRPr lang="en-US" dirty="0"/>
          </a:p>
        </p:txBody>
      </p:sp>
      <p:sp>
        <p:nvSpPr>
          <p:cNvPr id="25" name="Content Placeholder 24">
            <a:extLst>
              <a:ext uri="{FF2B5EF4-FFF2-40B4-BE49-F238E27FC236}">
                <a16:creationId xmlns:a16="http://schemas.microsoft.com/office/drawing/2014/main" id="{7798761A-B671-4825-623F-F4726F2BDF28}"/>
              </a:ext>
            </a:extLst>
          </p:cNvPr>
          <p:cNvSpPr>
            <a:spLocks noGrp="1"/>
          </p:cNvSpPr>
          <p:nvPr>
            <p:ph sz="quarter" idx="12"/>
          </p:nvPr>
        </p:nvSpPr>
        <p:spPr>
          <a:xfrm>
            <a:off x="1725930" y="1876264"/>
            <a:ext cx="9315449" cy="4707415"/>
          </a:xfrm>
        </p:spPr>
        <p:txBody>
          <a:bodyPr>
            <a:normAutofit/>
          </a:bodyPr>
          <a:lstStyle/>
          <a:p>
            <a:pPr marL="342900" indent="-342900">
              <a:buFont typeface="Wingdings" panose="05000000000000000000" pitchFamily="2" charset="2"/>
              <a:buChar char="Ø"/>
            </a:pPr>
            <a:r>
              <a:rPr lang="en-US" sz="24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 https://medwinpublishers.com/CCLSJ/CCLSJ16000141.pdf</a:t>
            </a:r>
          </a:p>
          <a:p>
            <a:pPr marL="457200" indent="-457200">
              <a:buFont typeface="Wingdings" panose="05000000000000000000" pitchFamily="2" charset="2"/>
              <a:buChar char="Ø"/>
            </a:pPr>
            <a:r>
              <a:rPr lang="en-US" sz="24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https://scholar.google.com/scholar?hl=en&amp;as_sdt=0%2C5&amp;q=smart+irrigation+system+using+iot&amp;oq=#d=gs_qabs&amp;t=1705374395738&amp;u=%23p%3DSQfapPiXISgJ</a:t>
            </a:r>
          </a:p>
          <a:p>
            <a:pPr marL="457200" indent="-457200">
              <a:buFont typeface="Wingdings" panose="05000000000000000000" pitchFamily="2" charset="2"/>
              <a:buChar char="Ø"/>
            </a:pPr>
            <a:r>
              <a:rPr lang="en-US" sz="24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https://www.researchgate.net/publication/351481738_Crop_Recommendation_on_Analyzing_Soil_Using_Machine_Learning</a:t>
            </a:r>
          </a:p>
          <a:p>
            <a:pPr marL="457200" indent="-457200">
              <a:buFont typeface="Wingdings" panose="05000000000000000000" pitchFamily="2" charset="2"/>
              <a:buChar char="Ø"/>
            </a:pPr>
            <a:r>
              <a:rPr lang="en-US" sz="24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rPr>
              <a:t>https://www.researchgate.net/publication/355370085_Detection_and_classification_of_nutrient_deficiencies_in_plants_using_machine_learning</a:t>
            </a:r>
          </a:p>
          <a:p>
            <a:endParaRPr lang="en-IN" sz="24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470F15B6-FDB7-0548-5A30-A780BD343F3F}"/>
              </a:ext>
            </a:extLst>
          </p:cNvPr>
          <p:cNvSpPr/>
          <p:nvPr/>
        </p:nvSpPr>
        <p:spPr>
          <a:xfrm>
            <a:off x="4679822" y="215327"/>
            <a:ext cx="3764035" cy="58994"/>
          </a:xfrm>
          <a:prstGeom prst="rect">
            <a:avLst/>
          </a:prstGeom>
          <a:solidFill>
            <a:schemeClr val="accent1">
              <a:lumMod val="10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87ADE256-A4A0-B7C3-09B8-7B9634F9C1E8}"/>
              </a:ext>
            </a:extLst>
          </p:cNvPr>
          <p:cNvSpPr/>
          <p:nvPr/>
        </p:nvSpPr>
        <p:spPr>
          <a:xfrm>
            <a:off x="3474965" y="845059"/>
            <a:ext cx="3764035" cy="58994"/>
          </a:xfrm>
          <a:prstGeom prst="rect">
            <a:avLst/>
          </a:prstGeom>
          <a:solidFill>
            <a:schemeClr val="accent1">
              <a:lumMod val="10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4834892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377AF6-2477-81EC-D1BC-43FD72DF18F6}"/>
              </a:ext>
            </a:extLst>
          </p:cNvPr>
          <p:cNvSpPr>
            <a:spLocks noGrp="1"/>
          </p:cNvSpPr>
          <p:nvPr>
            <p:ph type="title"/>
          </p:nvPr>
        </p:nvSpPr>
        <p:spPr>
          <a:xfrm>
            <a:off x="4827270" y="2535762"/>
            <a:ext cx="5449824" cy="1024128"/>
          </a:xfrm>
        </p:spPr>
        <p:txBody>
          <a:bodyPr anchor="b"/>
          <a:lstStyle/>
          <a:p>
            <a:pPr algn="ctr"/>
            <a:r>
              <a:rPr lang="en-US" dirty="0">
                <a:solidFill>
                  <a:schemeClr val="accent6">
                    <a:lumMod val="10000"/>
                  </a:schemeClr>
                </a:solidFill>
                <a:latin typeface="Cambria Math" panose="02040503050406030204" pitchFamily="18" charset="0"/>
                <a:ea typeface="Cambria Math" panose="02040503050406030204" pitchFamily="18" charset="0"/>
              </a:rPr>
              <a:t>THANK YOU</a:t>
            </a:r>
          </a:p>
        </p:txBody>
      </p:sp>
      <p:sp>
        <p:nvSpPr>
          <p:cNvPr id="11" name="Content Placeholder 10">
            <a:extLst>
              <a:ext uri="{FF2B5EF4-FFF2-40B4-BE49-F238E27FC236}">
                <a16:creationId xmlns:a16="http://schemas.microsoft.com/office/drawing/2014/main" id="{000EBDF4-3413-FCF9-2E25-9A254A61F23E}"/>
              </a:ext>
            </a:extLst>
          </p:cNvPr>
          <p:cNvSpPr>
            <a:spLocks noGrp="1"/>
          </p:cNvSpPr>
          <p:nvPr>
            <p:ph idx="10"/>
          </p:nvPr>
        </p:nvSpPr>
        <p:spPr>
          <a:xfrm>
            <a:off x="7720774" y="4453128"/>
            <a:ext cx="3282506" cy="541782"/>
          </a:xfrm>
        </p:spPr>
        <p:txBody>
          <a:bodyPr/>
          <a:lstStyle/>
          <a:p>
            <a:r>
              <a:rPr lang="en-US" dirty="0">
                <a:solidFill>
                  <a:schemeClr val="accent6">
                    <a:lumMod val="10000"/>
                  </a:schemeClr>
                </a:solidFill>
                <a:latin typeface="Cambria Math" panose="02040503050406030204" pitchFamily="18" charset="0"/>
                <a:ea typeface="Cambria Math" panose="02040503050406030204" pitchFamily="18" charset="0"/>
              </a:rPr>
              <a:t>____BY CREEDORIANS</a:t>
            </a:r>
          </a:p>
        </p:txBody>
      </p:sp>
      <p:pic>
        <p:nvPicPr>
          <p:cNvPr id="20" name="Picture Placeholder 19">
            <a:extLst>
              <a:ext uri="{FF2B5EF4-FFF2-40B4-BE49-F238E27FC236}">
                <a16:creationId xmlns:a16="http://schemas.microsoft.com/office/drawing/2014/main" id="{6A79C23C-3001-9E9D-EB15-82108AE2E8E8}"/>
              </a:ext>
            </a:extLst>
          </p:cNvPr>
          <p:cNvPicPr>
            <a:picLocks noGrp="1" noChangeAspect="1"/>
          </p:cNvPicPr>
          <p:nvPr>
            <p:ph type="pic" sz="quarter" idx="11"/>
          </p:nvPr>
        </p:nvPicPr>
        <p:blipFill>
          <a:blip r:embed="rId3"/>
          <a:srcRect l="27934" r="27934"/>
          <a:stretch>
            <a:fillRect/>
          </a:stretch>
        </p:blipFill>
        <p:spPr/>
      </p:pic>
    </p:spTree>
    <p:extLst>
      <p:ext uri="{BB962C8B-B14F-4D97-AF65-F5344CB8AC3E}">
        <p14:creationId xmlns:p14="http://schemas.microsoft.com/office/powerpoint/2010/main" val="5200005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0BB9B-5D33-15E0-9D91-F10293DE45A1}"/>
              </a:ext>
            </a:extLst>
          </p:cNvPr>
          <p:cNvSpPr>
            <a:spLocks noGrp="1"/>
          </p:cNvSpPr>
          <p:nvPr>
            <p:ph type="title"/>
          </p:nvPr>
        </p:nvSpPr>
        <p:spPr>
          <a:xfrm>
            <a:off x="1257300" y="2846070"/>
            <a:ext cx="10360152" cy="889254"/>
          </a:xfrm>
        </p:spPr>
        <p:txBody>
          <a:bodyPr/>
          <a:lstStyle/>
          <a:p>
            <a:r>
              <a:rPr lang="en-US" dirty="0">
                <a:solidFill>
                  <a:schemeClr val="accent6">
                    <a:lumMod val="10000"/>
                  </a:schemeClr>
                </a:solidFill>
                <a:latin typeface="Cambria Math" panose="02040503050406030204" pitchFamily="18" charset="0"/>
                <a:ea typeface="Cambria Math" panose="02040503050406030204" pitchFamily="18" charset="0"/>
              </a:rPr>
              <a:t>ANY QUESTIONS???</a:t>
            </a:r>
            <a:endParaRPr lang="en-IN" dirty="0">
              <a:solidFill>
                <a:schemeClr val="accent6">
                  <a:lumMod val="10000"/>
                </a:schemeClr>
              </a:solidFill>
              <a:latin typeface="Cambria Math" panose="02040503050406030204" pitchFamily="18" charset="0"/>
              <a:ea typeface="Cambria Math" panose="02040503050406030204" pitchFamily="18" charset="0"/>
            </a:endParaRPr>
          </a:p>
        </p:txBody>
      </p:sp>
      <p:sp>
        <p:nvSpPr>
          <p:cNvPr id="4" name="Rectangle 3">
            <a:extLst>
              <a:ext uri="{FF2B5EF4-FFF2-40B4-BE49-F238E27FC236}">
                <a16:creationId xmlns:a16="http://schemas.microsoft.com/office/drawing/2014/main" id="{74301978-44CA-C035-DCC1-4C8E7BBB2384}"/>
              </a:ext>
            </a:extLst>
          </p:cNvPr>
          <p:cNvSpPr/>
          <p:nvPr/>
        </p:nvSpPr>
        <p:spPr>
          <a:xfrm>
            <a:off x="3383731" y="3712464"/>
            <a:ext cx="6107289" cy="45719"/>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087615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{82E69508-E927-4B9F-BFFF-9BC999DAAE02}tf11964407_win32</Template>
  <TotalTime>526</TotalTime>
  <Words>737</Words>
  <Application>Microsoft Office PowerPoint</Application>
  <PresentationFormat>Widescreen</PresentationFormat>
  <Paragraphs>91</Paragraphs>
  <Slides>14</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vt:lpstr>
      <vt:lpstr>Calibri</vt:lpstr>
      <vt:lpstr>Cambria Math</vt:lpstr>
      <vt:lpstr>Courier New</vt:lpstr>
      <vt:lpstr>Gill Sans Nova Light</vt:lpstr>
      <vt:lpstr>Microsoft Himalaya</vt:lpstr>
      <vt:lpstr>Sagona Book</vt:lpstr>
      <vt:lpstr>Wingdings</vt:lpstr>
      <vt:lpstr>Custom</vt:lpstr>
      <vt:lpstr>SMART FARMING</vt:lpstr>
      <vt:lpstr>PowerPoint Presentation</vt:lpstr>
      <vt:lpstr>PROBLEM STATEMENT </vt:lpstr>
      <vt:lpstr>ABSTRACT</vt:lpstr>
      <vt:lpstr>1. Water Conservation.  2. Precision Farming.  3. Automatically irrigating based on soil moisture           levels.  4. To ensures that the plants have adequate moisture, promotes healthier growth.  5. To reduces the risk of under or over-watering which can lead to plant stress, disease, and reduced yields.   </vt:lpstr>
      <vt:lpstr>PLAN OF ACTION </vt:lpstr>
      <vt:lpstr>     WORKING </vt:lpstr>
      <vt:lpstr>HARDWARE AND SOFTWARE REQUIREMENTS</vt:lpstr>
      <vt:lpstr>HARDWARE AND SOFTWARE REQUIREMENTS</vt:lpstr>
      <vt:lpstr>Literature Survey</vt:lpstr>
      <vt:lpstr>CONCLUSION</vt:lpstr>
      <vt:lpstr>REFERENCES </vt:lpstr>
      <vt:lpstr>THANK YOU</vt:lpstr>
      <vt:lpstr>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payal jadhav</dc:creator>
  <cp:lastModifiedBy>payal jadhav</cp:lastModifiedBy>
  <cp:revision>2</cp:revision>
  <dcterms:created xsi:type="dcterms:W3CDTF">2024-04-01T17:51:26Z</dcterms:created>
  <dcterms:modified xsi:type="dcterms:W3CDTF">2024-05-07T16:26:53Z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